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8"/>
  </p:notesMasterIdLst>
  <p:handoutMasterIdLst>
    <p:handoutMasterId r:id="rId19"/>
  </p:handoutMasterIdLst>
  <p:sldIdLst>
    <p:sldId id="256" r:id="rId2"/>
    <p:sldId id="265" r:id="rId3"/>
    <p:sldId id="257" r:id="rId4"/>
    <p:sldId id="318" r:id="rId5"/>
    <p:sldId id="316" r:id="rId6"/>
    <p:sldId id="275" r:id="rId7"/>
    <p:sldId id="304" r:id="rId8"/>
    <p:sldId id="314" r:id="rId9"/>
    <p:sldId id="264" r:id="rId10"/>
    <p:sldId id="266" r:id="rId11"/>
    <p:sldId id="271" r:id="rId12"/>
    <p:sldId id="317" r:id="rId13"/>
    <p:sldId id="319" r:id="rId14"/>
    <p:sldId id="320" r:id="rId15"/>
    <p:sldId id="299" r:id="rId16"/>
    <p:sldId id="280" r:id="rId17"/>
  </p:sldIdLst>
  <p:sldSz cx="12192000" cy="6858000"/>
  <p:notesSz cx="6858000" cy="9144000"/>
  <p:embeddedFontLst>
    <p:embeddedFont>
      <p:font typeface="새굴림" panose="02030600000101010101" pitchFamily="18" charset="-127"/>
      <p:regular r:id="rId20"/>
    </p:embeddedFont>
    <p:embeddedFont>
      <p:font typeface="페이퍼로지 4 Regular" charset="-127"/>
      <p:regular r:id="rId21"/>
    </p:embeddedFont>
    <p:embeddedFont>
      <p:font typeface="페이퍼로지 5 Medium" charset="-127"/>
      <p:regular r:id="rId22"/>
    </p:embeddedFont>
    <p:embeddedFont>
      <p:font typeface="페이퍼로지 7 Bold" charset="-127"/>
      <p:bold r:id="rId23"/>
    </p:embeddedFont>
    <p:embeddedFont>
      <p:font typeface="Arial Black" panose="020B0A04020102020204" pitchFamily="34" charset="0"/>
      <p:bold r:id="rId24"/>
    </p:embeddedFont>
    <p:embeddedFont>
      <p:font typeface="Bebas Neue" panose="020B0600000101010101" charset="0"/>
      <p:regular r:id="rId25"/>
    </p:embeddedFont>
    <p:embeddedFont>
      <p:font typeface="Calibri" panose="020F0502020204030204" pitchFamily="34" charset="0"/>
      <p:regular r:id="rId26"/>
      <p:bold r:id="rId27"/>
      <p:italic r:id="rId28"/>
      <p:boldItalic r:id="rId29"/>
    </p:embeddedFont>
    <p:embeddedFont>
      <p:font typeface="Calibri Light" panose="020F0302020204030204" pitchFamily="34" charset="0"/>
      <p:regular r:id="rId30"/>
      <p:italic r:id="rId31"/>
    </p:embeddedFont>
    <p:embeddedFont>
      <p:font typeface="Microsoft Sans Serif" panose="020B0604020202020204" pitchFamily="34" charset="0"/>
      <p:regular r:id="rId32"/>
    </p:embeddedFont>
    <p:embeddedFont>
      <p:font typeface="Noto Sans" panose="020B0600000101010101" charset="0"/>
      <p:regular r:id="rId33"/>
      <p:bold r:id="rId34"/>
    </p:embeddedFont>
    <p:embeddedFont>
      <p:font typeface="맑은 고딕" panose="020B0503020000020004" pitchFamily="50" charset="-127"/>
      <p:regular r:id="rId35"/>
      <p:bold r:id="rId36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33"/>
    <a:srgbClr val="FFCCCC"/>
    <a:srgbClr val="3366FF"/>
    <a:srgbClr val="FF6600"/>
    <a:srgbClr val="E1D601"/>
    <a:srgbClr val="E3C44D"/>
    <a:srgbClr val="FFD1D1"/>
    <a:srgbClr val="E25600"/>
    <a:srgbClr val="FF6565"/>
    <a:srgbClr val="DFA00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726" autoAdjust="0"/>
    <p:restoredTop sz="94762" autoAdjust="0"/>
  </p:normalViewPr>
  <p:slideViewPr>
    <p:cSldViewPr snapToGrid="0" snapToObjects="1">
      <p:cViewPr varScale="1">
        <p:scale>
          <a:sx n="114" d="100"/>
          <a:sy n="114" d="100"/>
        </p:scale>
        <p:origin x="432" y="-156"/>
      </p:cViewPr>
      <p:guideLst>
        <p:guide orient="horz" pos="2160"/>
        <p:guide pos="3840"/>
      </p:guideLst>
    </p:cSldViewPr>
  </p:slideViewPr>
  <p:outlineViewPr>
    <p:cViewPr>
      <p:scale>
        <a:sx n="70" d="100"/>
        <a:sy n="70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65" d="100"/>
          <a:sy n="65" d="100"/>
        </p:scale>
        <p:origin x="3154" y="3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font" Target="fonts/font7.fntdata"/><Relationship Id="rId39" Type="http://schemas.openxmlformats.org/officeDocument/2006/relationships/theme" Target="theme/theme1.xml"/><Relationship Id="rId21" Type="http://schemas.openxmlformats.org/officeDocument/2006/relationships/font" Target="fonts/font2.fntdata"/><Relationship Id="rId34" Type="http://schemas.openxmlformats.org/officeDocument/2006/relationships/font" Target="fonts/font1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6.fntdata"/><Relationship Id="rId33" Type="http://schemas.openxmlformats.org/officeDocument/2006/relationships/font" Target="fonts/font14.fntdata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29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32" Type="http://schemas.openxmlformats.org/officeDocument/2006/relationships/font" Target="fonts/font13.fntdata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font" Target="fonts/font9.fntdata"/><Relationship Id="rId36" Type="http://schemas.openxmlformats.org/officeDocument/2006/relationships/font" Target="fonts/font17.fntdata"/><Relationship Id="rId10" Type="http://schemas.openxmlformats.org/officeDocument/2006/relationships/slide" Target="slides/slide9.xml"/><Relationship Id="rId19" Type="http://schemas.openxmlformats.org/officeDocument/2006/relationships/handoutMaster" Target="handoutMasters/handoutMaster1.xml"/><Relationship Id="rId31" Type="http://schemas.openxmlformats.org/officeDocument/2006/relationships/font" Target="fonts/font1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font" Target="fonts/font8.fntdata"/><Relationship Id="rId30" Type="http://schemas.openxmlformats.org/officeDocument/2006/relationships/font" Target="fonts/font11.fntdata"/><Relationship Id="rId35" Type="http://schemas.openxmlformats.org/officeDocument/2006/relationships/font" Target="fonts/font16.fntdata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DAFF8E2E-1BCA-794A-8584-A169EBC9D5F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6FDFBD21-8770-3F47-899D-3F093C3195C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29360D9-EE13-214B-A57F-E76CAEF01036}" type="datetimeFigureOut">
              <a:rPr lang="ko-KR" altLang="en-US"/>
              <a:pPr/>
              <a:t>2025-07-09</a:t>
            </a:fld>
            <a:endParaRPr kumimoji="1"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F82E9C07-9825-4B42-B327-1A7765D9294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650D71E-FAEE-8B4D-8831-234911EA08B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03662E0-256B-EC47-8E47-91D2D3C899F5}" type="slidenum">
              <a:rPr/>
              <a:pPr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27224975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DF2312D-A130-0042-BB4A-53F177B32192}" type="datetimeFigureOut">
              <a:rPr lang="ko-KR" altLang="en-US"/>
              <a:pPr/>
              <a:t>2025-07-09</a:t>
            </a:fld>
            <a:endParaRPr kumimoji="1"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5F9390-0B77-FE41-831F-D10441DA638F}" type="slidenum">
              <a:rPr/>
              <a:pPr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6712148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그림 개체 틀 6">
            <a:extLst>
              <a:ext uri="{FF2B5EF4-FFF2-40B4-BE49-F238E27FC236}">
                <a16:creationId xmlns:a16="http://schemas.microsoft.com/office/drawing/2014/main" id="{EBF730B8-4601-0B47-896C-B318A36F1E6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685800"/>
            <a:ext cx="12192000" cy="6172200"/>
          </a:xfrm>
        </p:spPr>
        <p:txBody>
          <a:bodyPr/>
          <a:lstStyle/>
          <a:p>
            <a:r>
              <a:rPr lang="ko-KR" altLang="en-US"/>
              <a:t>그림을 추가하려면 아이콘을 클릭하십시오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932516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2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그림 개체 틀 5">
            <a:extLst>
              <a:ext uri="{FF2B5EF4-FFF2-40B4-BE49-F238E27FC236}">
                <a16:creationId xmlns:a16="http://schemas.microsoft.com/office/drawing/2014/main" id="{31B50C6F-687A-3D43-B229-464431FAE30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929438" y="0"/>
            <a:ext cx="5262562" cy="685800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r>
              <a:rPr lang="ko-KR" altLang="en-US"/>
              <a:t>그림을 추가하려면 아이콘을 클릭하십시오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629976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3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그림 개체 틀 5">
            <a:extLst>
              <a:ext uri="{FF2B5EF4-FFF2-40B4-BE49-F238E27FC236}">
                <a16:creationId xmlns:a16="http://schemas.microsoft.com/office/drawing/2014/main" id="{011D1653-7530-8541-8FCD-44ED5C6FF7A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335441" y="2859265"/>
            <a:ext cx="1800000" cy="1800000"/>
          </a:xfrm>
          <a:prstGeom prst="ellipse">
            <a:avLst/>
          </a:prstGeom>
        </p:spPr>
        <p:txBody>
          <a:bodyPr wrap="square">
            <a:noAutofit/>
          </a:bodyPr>
          <a:lstStyle/>
          <a:p>
            <a:r>
              <a:rPr lang="ko-KR" altLang="en-US"/>
              <a:t>그림을 추가하려면 아이콘을 클릭하십시오</a:t>
            </a:r>
            <a:endParaRPr lang="ko-KR" altLang="en-US" dirty="0"/>
          </a:p>
        </p:txBody>
      </p:sp>
      <p:sp>
        <p:nvSpPr>
          <p:cNvPr id="6" name="그림 개체 틀 5">
            <a:extLst>
              <a:ext uri="{FF2B5EF4-FFF2-40B4-BE49-F238E27FC236}">
                <a16:creationId xmlns:a16="http://schemas.microsoft.com/office/drawing/2014/main" id="{9291A859-E6D4-1D4C-A262-0E46A2EE642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931004" y="2859265"/>
            <a:ext cx="1800000" cy="1800000"/>
          </a:xfrm>
          <a:prstGeom prst="ellipse">
            <a:avLst/>
          </a:prstGeom>
        </p:spPr>
        <p:txBody>
          <a:bodyPr wrap="square">
            <a:noAutofit/>
          </a:bodyPr>
          <a:lstStyle/>
          <a:p>
            <a:r>
              <a:rPr lang="ko-KR" altLang="en-US"/>
              <a:t>그림을 추가하려면 아이콘을 클릭하십시오</a:t>
            </a:r>
            <a:endParaRPr lang="ko-KR" altLang="en-US" dirty="0"/>
          </a:p>
        </p:txBody>
      </p:sp>
      <p:sp>
        <p:nvSpPr>
          <p:cNvPr id="7" name="그림 개체 틀 5">
            <a:extLst>
              <a:ext uri="{FF2B5EF4-FFF2-40B4-BE49-F238E27FC236}">
                <a16:creationId xmlns:a16="http://schemas.microsoft.com/office/drawing/2014/main" id="{13261B96-8CEC-C747-A3A0-3F9FDAB72D4C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526567" y="2859265"/>
            <a:ext cx="1800000" cy="1800000"/>
          </a:xfrm>
          <a:prstGeom prst="ellipse">
            <a:avLst/>
          </a:prstGeom>
        </p:spPr>
        <p:txBody>
          <a:bodyPr wrap="square">
            <a:noAutofit/>
          </a:bodyPr>
          <a:lstStyle/>
          <a:p>
            <a:r>
              <a:rPr lang="ko-KR" altLang="en-US"/>
              <a:t>그림을 추가하려면 아이콘을 클릭하십시오</a:t>
            </a:r>
            <a:endParaRPr lang="ko-KR" altLang="en-US" dirty="0"/>
          </a:p>
        </p:txBody>
      </p:sp>
      <p:sp>
        <p:nvSpPr>
          <p:cNvPr id="8" name="그림 개체 틀 5">
            <a:extLst>
              <a:ext uri="{FF2B5EF4-FFF2-40B4-BE49-F238E27FC236}">
                <a16:creationId xmlns:a16="http://schemas.microsoft.com/office/drawing/2014/main" id="{1B434029-AFBA-3149-9991-488FBEDC8E30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122130" y="2859265"/>
            <a:ext cx="1800000" cy="1800000"/>
          </a:xfrm>
          <a:prstGeom prst="ellipse">
            <a:avLst/>
          </a:prstGeom>
        </p:spPr>
        <p:txBody>
          <a:bodyPr wrap="square">
            <a:noAutofit/>
          </a:bodyPr>
          <a:lstStyle/>
          <a:p>
            <a:r>
              <a:rPr lang="ko-KR" altLang="en-US"/>
              <a:t>그림을 추가하려면 아이콘을 클릭하십시오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833291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4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그림 개체 틀 5">
            <a:extLst>
              <a:ext uri="{FF2B5EF4-FFF2-40B4-BE49-F238E27FC236}">
                <a16:creationId xmlns:a16="http://schemas.microsoft.com/office/drawing/2014/main" id="{C7A4E06F-F059-4C4B-BBFE-59D7A44D001C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3768020" y="2157413"/>
            <a:ext cx="4655962" cy="3100387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r>
              <a:rPr lang="ko-KR" altLang="en-US"/>
              <a:t>그림을 추가하려면 아이콘을 클릭하십시오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923433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5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그림 개체 틀 5">
            <a:extLst>
              <a:ext uri="{FF2B5EF4-FFF2-40B4-BE49-F238E27FC236}">
                <a16:creationId xmlns:a16="http://schemas.microsoft.com/office/drawing/2014/main" id="{DB888AEA-409C-564E-8963-2A4370F89DBF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0" y="804688"/>
            <a:ext cx="12192000" cy="2938639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r>
              <a:rPr lang="ko-KR" altLang="en-US"/>
              <a:t>그림을 추가하려면 아이콘을 클릭하십시오</a:t>
            </a:r>
            <a:endParaRPr lang="ko-KR" altLang="en-US" dirty="0"/>
          </a:p>
        </p:txBody>
      </p:sp>
      <p:sp>
        <p:nvSpPr>
          <p:cNvPr id="4" name="그림 개체 틀 5">
            <a:extLst>
              <a:ext uri="{FF2B5EF4-FFF2-40B4-BE49-F238E27FC236}">
                <a16:creationId xmlns:a16="http://schemas.microsoft.com/office/drawing/2014/main" id="{6E74192B-A315-1D4E-AF00-F45101A2F84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078266" y="2451188"/>
            <a:ext cx="2584273" cy="2584273"/>
          </a:xfrm>
          <a:prstGeom prst="ellipse">
            <a:avLst/>
          </a:prstGeom>
        </p:spPr>
        <p:txBody>
          <a:bodyPr wrap="square">
            <a:noAutofit/>
          </a:bodyPr>
          <a:lstStyle/>
          <a:p>
            <a:r>
              <a:rPr lang="ko-KR" altLang="en-US"/>
              <a:t>그림을 추가하려면 아이콘을 클릭하십시오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907817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6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그림 개체 틀 5">
            <a:extLst>
              <a:ext uri="{FF2B5EF4-FFF2-40B4-BE49-F238E27FC236}">
                <a16:creationId xmlns:a16="http://schemas.microsoft.com/office/drawing/2014/main" id="{5273D6E1-9C7E-CB44-9B6F-2AA0C6375277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096000" y="1"/>
            <a:ext cx="5005388" cy="315753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r>
              <a:rPr lang="ko-KR" altLang="en-US"/>
              <a:t>그림을 추가하려면 아이콘을 클릭하십시오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726239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7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그림 개체 틀 5">
            <a:extLst>
              <a:ext uri="{FF2B5EF4-FFF2-40B4-BE49-F238E27FC236}">
                <a16:creationId xmlns:a16="http://schemas.microsoft.com/office/drawing/2014/main" id="{B6615C5D-1606-E142-BB22-1770C490184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96002" y="885826"/>
            <a:ext cx="4805362" cy="5086351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r>
              <a:rPr lang="ko-KR" altLang="en-US"/>
              <a:t>그림을 추가하려면 아이콘을 클릭하십시오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712844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8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그림 개체 틀 5">
            <a:extLst>
              <a:ext uri="{FF2B5EF4-FFF2-40B4-BE49-F238E27FC236}">
                <a16:creationId xmlns:a16="http://schemas.microsoft.com/office/drawing/2014/main" id="{0F9387AF-BC04-EA4D-9738-54330C7093B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85814" y="685800"/>
            <a:ext cx="10620375" cy="3457576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r>
              <a:rPr lang="ko-KR" altLang="en-US"/>
              <a:t>그림을 추가하려면 아이콘을 클릭하십시오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744702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9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그림 개체 틀 7">
            <a:extLst>
              <a:ext uri="{FF2B5EF4-FFF2-40B4-BE49-F238E27FC236}">
                <a16:creationId xmlns:a16="http://schemas.microsoft.com/office/drawing/2014/main" id="{20AA881D-4F0C-4448-834F-E0BED61C4E6D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966260" y="3857626"/>
            <a:ext cx="3862914" cy="2154061"/>
          </a:xfrm>
        </p:spPr>
        <p:txBody>
          <a:bodyPr/>
          <a:lstStyle/>
          <a:p>
            <a:r>
              <a:rPr kumimoji="1" lang="ko-KR" altLang="en-US"/>
              <a:t>그림을 추가하려면 아이콘을 클릭하십시오</a:t>
            </a:r>
            <a:endParaRPr kumimoji="1" lang="ko-KR" altLang="en-US" dirty="0"/>
          </a:p>
        </p:txBody>
      </p:sp>
      <p:sp>
        <p:nvSpPr>
          <p:cNvPr id="5" name="그림 개체 틀 7">
            <a:extLst>
              <a:ext uri="{FF2B5EF4-FFF2-40B4-BE49-F238E27FC236}">
                <a16:creationId xmlns:a16="http://schemas.microsoft.com/office/drawing/2014/main" id="{833B15CF-8C5B-574F-AB10-4B80B7F55AAD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7362829" y="1789290"/>
            <a:ext cx="3862914" cy="2154061"/>
          </a:xfrm>
        </p:spPr>
        <p:txBody>
          <a:bodyPr/>
          <a:lstStyle/>
          <a:p>
            <a:r>
              <a:rPr kumimoji="1" lang="ko-KR" altLang="en-US"/>
              <a:t>그림을 추가하려면 아이콘을 클릭하십시오</a:t>
            </a:r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081550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그림 개체 틀 7">
            <a:extLst>
              <a:ext uri="{FF2B5EF4-FFF2-40B4-BE49-F238E27FC236}">
                <a16:creationId xmlns:a16="http://schemas.microsoft.com/office/drawing/2014/main" id="{DFCBEF54-9270-254B-A0D8-7B8A704363FE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1" y="0"/>
            <a:ext cx="5157788" cy="6858000"/>
          </a:xfrm>
        </p:spPr>
        <p:txBody>
          <a:bodyPr/>
          <a:lstStyle/>
          <a:p>
            <a:r>
              <a:rPr kumimoji="1" lang="ko-KR" altLang="en-US"/>
              <a:t>그림을 추가하려면 아이콘을 클릭하십시오</a:t>
            </a:r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227791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그림 개체 틀 7">
            <a:extLst>
              <a:ext uri="{FF2B5EF4-FFF2-40B4-BE49-F238E27FC236}">
                <a16:creationId xmlns:a16="http://schemas.microsoft.com/office/drawing/2014/main" id="{2875D36A-30C8-F74E-86BF-91C60A9E18DB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966260" y="2351971"/>
            <a:ext cx="3862914" cy="2154061"/>
          </a:xfrm>
        </p:spPr>
        <p:txBody>
          <a:bodyPr/>
          <a:lstStyle/>
          <a:p>
            <a:r>
              <a:rPr kumimoji="1" lang="ko-KR" altLang="en-US"/>
              <a:t>그림을 추가하려면 아이콘을 클릭하십시오</a:t>
            </a:r>
            <a:endParaRPr kumimoji="1" lang="ko-KR" altLang="en-US" dirty="0"/>
          </a:p>
        </p:txBody>
      </p:sp>
      <p:sp>
        <p:nvSpPr>
          <p:cNvPr id="8" name="그림 개체 틀 7">
            <a:extLst>
              <a:ext uri="{FF2B5EF4-FFF2-40B4-BE49-F238E27FC236}">
                <a16:creationId xmlns:a16="http://schemas.microsoft.com/office/drawing/2014/main" id="{58D25EB4-A05F-9E48-8CB2-B410BEC694CD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7362829" y="732013"/>
            <a:ext cx="3862914" cy="2154061"/>
          </a:xfrm>
        </p:spPr>
        <p:txBody>
          <a:bodyPr/>
          <a:lstStyle/>
          <a:p>
            <a:r>
              <a:rPr kumimoji="1" lang="ko-KR" altLang="en-US"/>
              <a:t>그림을 추가하려면 아이콘을 클릭하십시오</a:t>
            </a:r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0451971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그림 개체 틀 7">
            <a:extLst>
              <a:ext uri="{FF2B5EF4-FFF2-40B4-BE49-F238E27FC236}">
                <a16:creationId xmlns:a16="http://schemas.microsoft.com/office/drawing/2014/main" id="{6FCAF0E8-C334-2346-AC38-AB578F82A10E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7677153" y="0"/>
            <a:ext cx="3862914" cy="3857624"/>
          </a:xfrm>
        </p:spPr>
        <p:txBody>
          <a:bodyPr/>
          <a:lstStyle/>
          <a:p>
            <a:r>
              <a:rPr kumimoji="1" lang="ko-KR" altLang="en-US"/>
              <a:t>그림을 추가하려면 아이콘을 클릭하십시오</a:t>
            </a:r>
            <a:endParaRPr kumimoji="1" lang="ko-KR" altLang="en-US" dirty="0"/>
          </a:p>
        </p:txBody>
      </p:sp>
      <p:sp>
        <p:nvSpPr>
          <p:cNvPr id="10" name="그림 개체 틀 7">
            <a:extLst>
              <a:ext uri="{FF2B5EF4-FFF2-40B4-BE49-F238E27FC236}">
                <a16:creationId xmlns:a16="http://schemas.microsoft.com/office/drawing/2014/main" id="{FB8D2D1A-CE2A-C344-A340-B603D074B1B4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5381098" y="709612"/>
            <a:ext cx="4586286" cy="4033838"/>
          </a:xfrm>
        </p:spPr>
        <p:txBody>
          <a:bodyPr/>
          <a:lstStyle/>
          <a:p>
            <a:r>
              <a:rPr kumimoji="1" lang="ko-KR" altLang="en-US"/>
              <a:t>그림을 추가하려면 아이콘을 클릭하십시오</a:t>
            </a:r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6328406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그림 개체 틀 7">
            <a:extLst>
              <a:ext uri="{FF2B5EF4-FFF2-40B4-BE49-F238E27FC236}">
                <a16:creationId xmlns:a16="http://schemas.microsoft.com/office/drawing/2014/main" id="{38D2B79D-E708-994B-8F4D-6477FF00BC50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0" y="0"/>
            <a:ext cx="7729538" cy="5614988"/>
          </a:xfrm>
        </p:spPr>
        <p:txBody>
          <a:bodyPr/>
          <a:lstStyle/>
          <a:p>
            <a:r>
              <a:rPr kumimoji="1" lang="ko-KR" altLang="en-US"/>
              <a:t>그림을 추가하려면 아이콘을 클릭하십시오</a:t>
            </a:r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2779282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그림 개체 틀 6">
            <a:extLst>
              <a:ext uri="{FF2B5EF4-FFF2-40B4-BE49-F238E27FC236}">
                <a16:creationId xmlns:a16="http://schemas.microsoft.com/office/drawing/2014/main" id="{CE4ACF71-4274-8249-AAF9-43BF775F3F48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4452938" y="2228852"/>
            <a:ext cx="3286126" cy="3471863"/>
          </a:xfrm>
        </p:spPr>
        <p:txBody>
          <a:bodyPr/>
          <a:lstStyle/>
          <a:p>
            <a:r>
              <a:rPr lang="ko-KR" altLang="en-US"/>
              <a:t>그림을 추가하려면 아이콘을 클릭하십시오</a:t>
            </a:r>
            <a:endParaRPr lang="ko-KR" altLang="en-US" dirty="0"/>
          </a:p>
        </p:txBody>
      </p:sp>
      <p:sp>
        <p:nvSpPr>
          <p:cNvPr id="5" name="그림 개체 틀 6">
            <a:extLst>
              <a:ext uri="{FF2B5EF4-FFF2-40B4-BE49-F238E27FC236}">
                <a16:creationId xmlns:a16="http://schemas.microsoft.com/office/drawing/2014/main" id="{C7D68E14-D332-9646-8459-E66EBA376E6E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8048624" y="2228849"/>
            <a:ext cx="3286126" cy="3471863"/>
          </a:xfrm>
        </p:spPr>
        <p:txBody>
          <a:bodyPr/>
          <a:lstStyle/>
          <a:p>
            <a:r>
              <a:rPr lang="ko-KR" altLang="en-US"/>
              <a:t>그림을 추가하려면 아이콘을 클릭하십시오</a:t>
            </a:r>
            <a:endParaRPr lang="ko-KR" altLang="en-US" dirty="0"/>
          </a:p>
        </p:txBody>
      </p:sp>
      <p:sp>
        <p:nvSpPr>
          <p:cNvPr id="7" name="그림 개체 틀 6">
            <a:extLst>
              <a:ext uri="{FF2B5EF4-FFF2-40B4-BE49-F238E27FC236}">
                <a16:creationId xmlns:a16="http://schemas.microsoft.com/office/drawing/2014/main" id="{0D602B09-E8A1-F74C-B52D-65A0548F2E65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857251" y="2228849"/>
            <a:ext cx="3286126" cy="3471863"/>
          </a:xfrm>
        </p:spPr>
        <p:txBody>
          <a:bodyPr/>
          <a:lstStyle/>
          <a:p>
            <a:r>
              <a:rPr lang="ko-KR" altLang="en-US"/>
              <a:t>그림을 추가하려면 아이콘을 클릭하십시오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5901393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그림 개체 틀 6">
            <a:extLst>
              <a:ext uri="{FF2B5EF4-FFF2-40B4-BE49-F238E27FC236}">
                <a16:creationId xmlns:a16="http://schemas.microsoft.com/office/drawing/2014/main" id="{EB990DF4-FF82-364D-97C6-108B008B224A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0" y="-884"/>
            <a:ext cx="12192000" cy="3529897"/>
          </a:xfrm>
        </p:spPr>
        <p:txBody>
          <a:bodyPr/>
          <a:lstStyle/>
          <a:p>
            <a:r>
              <a:rPr lang="ko-KR" altLang="en-US"/>
              <a:t>그림을 추가하려면 아이콘을 클릭하십시오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8565965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그림 개체 틀 6">
            <a:extLst>
              <a:ext uri="{FF2B5EF4-FFF2-40B4-BE49-F238E27FC236}">
                <a16:creationId xmlns:a16="http://schemas.microsoft.com/office/drawing/2014/main" id="{6DA68156-92E1-184B-BA30-5DB7C4BEE68F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0" y="0"/>
            <a:ext cx="12192000" cy="3557588"/>
          </a:xfrm>
        </p:spPr>
        <p:txBody>
          <a:bodyPr/>
          <a:lstStyle/>
          <a:p>
            <a:r>
              <a:rPr lang="ko-KR" altLang="en-US"/>
              <a:t>그림을 추가하려면 아이콘을 클릭하십시오</a:t>
            </a:r>
            <a:endParaRPr lang="ko-KR" altLang="en-US" dirty="0"/>
          </a:p>
        </p:txBody>
      </p:sp>
      <p:sp>
        <p:nvSpPr>
          <p:cNvPr id="3" name="그림 개체 틀 6">
            <a:extLst>
              <a:ext uri="{FF2B5EF4-FFF2-40B4-BE49-F238E27FC236}">
                <a16:creationId xmlns:a16="http://schemas.microsoft.com/office/drawing/2014/main" id="{F17E233D-2FF9-424C-89C5-E1E1A67C51D5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3979664" y="3557588"/>
            <a:ext cx="4232672" cy="3300412"/>
          </a:xfrm>
        </p:spPr>
        <p:txBody>
          <a:bodyPr/>
          <a:lstStyle/>
          <a:p>
            <a:r>
              <a:rPr lang="ko-KR" altLang="en-US"/>
              <a:t>그림을 추가하려면 아이콘을 클릭하십시오</a:t>
            </a:r>
            <a:endParaRPr lang="ko-KR" altLang="en-US" dirty="0"/>
          </a:p>
        </p:txBody>
      </p:sp>
      <p:sp>
        <p:nvSpPr>
          <p:cNvPr id="6" name="그림 개체 틀 6">
            <a:extLst>
              <a:ext uri="{FF2B5EF4-FFF2-40B4-BE49-F238E27FC236}">
                <a16:creationId xmlns:a16="http://schemas.microsoft.com/office/drawing/2014/main" id="{C83B392D-3D2A-BE46-BBC4-C6A74B551186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0" y="3557588"/>
            <a:ext cx="4232672" cy="3300412"/>
          </a:xfrm>
        </p:spPr>
        <p:txBody>
          <a:bodyPr/>
          <a:lstStyle/>
          <a:p>
            <a:r>
              <a:rPr lang="ko-KR" altLang="en-US"/>
              <a:t>그림을 추가하려면 아이콘을 클릭하십시오</a:t>
            </a:r>
            <a:endParaRPr lang="ko-KR" altLang="en-US" dirty="0"/>
          </a:p>
        </p:txBody>
      </p:sp>
      <p:sp>
        <p:nvSpPr>
          <p:cNvPr id="7" name="그림 개체 틀 6">
            <a:extLst>
              <a:ext uri="{FF2B5EF4-FFF2-40B4-BE49-F238E27FC236}">
                <a16:creationId xmlns:a16="http://schemas.microsoft.com/office/drawing/2014/main" id="{DB971E59-25F2-8A4C-9F43-58B9141E4717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7959328" y="3557588"/>
            <a:ext cx="4232672" cy="3300412"/>
          </a:xfrm>
        </p:spPr>
        <p:txBody>
          <a:bodyPr/>
          <a:lstStyle/>
          <a:p>
            <a:r>
              <a:rPr lang="ko-KR" altLang="en-US"/>
              <a:t>그림을 추가하려면 아이콘을 클릭하십시오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8145720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17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그림 개체 틀 6">
            <a:extLst>
              <a:ext uri="{FF2B5EF4-FFF2-40B4-BE49-F238E27FC236}">
                <a16:creationId xmlns:a16="http://schemas.microsoft.com/office/drawing/2014/main" id="{5961DA7F-7D7C-4547-B96B-BD32AC65EB9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628649" y="792956"/>
            <a:ext cx="5643564" cy="5272088"/>
          </a:xfrm>
        </p:spPr>
        <p:txBody>
          <a:bodyPr/>
          <a:lstStyle/>
          <a:p>
            <a:r>
              <a:rPr lang="ko-KR" altLang="en-US"/>
              <a:t>그림을 추가하려면 아이콘을 클릭하십시오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0458959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18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그림 개체 틀 2">
            <a:extLst>
              <a:ext uri="{FF2B5EF4-FFF2-40B4-BE49-F238E27FC236}">
                <a16:creationId xmlns:a16="http://schemas.microsoft.com/office/drawing/2014/main" id="{EBA3A900-8153-5242-B763-794FA454CC9F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0" y="2"/>
            <a:ext cx="12192000" cy="2271713"/>
          </a:xfrm>
        </p:spPr>
        <p:txBody>
          <a:bodyPr/>
          <a:lstStyle/>
          <a:p>
            <a:r>
              <a:rPr kumimoji="1" lang="ko-KR" altLang="en-US"/>
              <a:t>그림을 추가하려면 아이콘을 클릭하십시오</a:t>
            </a:r>
          </a:p>
        </p:txBody>
      </p:sp>
    </p:spTree>
    <p:extLst>
      <p:ext uri="{BB962C8B-B14F-4D97-AF65-F5344CB8AC3E}">
        <p14:creationId xmlns:p14="http://schemas.microsoft.com/office/powerpoint/2010/main" val="174915974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19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그림 개체 틀 6">
            <a:extLst>
              <a:ext uri="{FF2B5EF4-FFF2-40B4-BE49-F238E27FC236}">
                <a16:creationId xmlns:a16="http://schemas.microsoft.com/office/drawing/2014/main" id="{ED21A2BE-13B4-324F-96D4-A10F960E4E98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2500314" y="2"/>
            <a:ext cx="9691687" cy="6857999"/>
          </a:xfrm>
        </p:spPr>
        <p:txBody>
          <a:bodyPr/>
          <a:lstStyle/>
          <a:p>
            <a:r>
              <a:rPr lang="ko-KR" altLang="en-US"/>
              <a:t>그림을 추가하려면 아이콘을 클릭하십시오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0853000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20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그림 개체 틀 6">
            <a:extLst>
              <a:ext uri="{FF2B5EF4-FFF2-40B4-BE49-F238E27FC236}">
                <a16:creationId xmlns:a16="http://schemas.microsoft.com/office/drawing/2014/main" id="{55E0B88C-5F13-8A44-899C-C58B67B0C4C5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r>
              <a:rPr lang="ko-KR" altLang="en-US"/>
              <a:t>그림을 추가하려면 아이콘을 클릭하십시오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4743901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그림 개체 틀 6">
            <a:extLst>
              <a:ext uri="{FF2B5EF4-FFF2-40B4-BE49-F238E27FC236}">
                <a16:creationId xmlns:a16="http://schemas.microsoft.com/office/drawing/2014/main" id="{75EE9ABF-FA9F-4C45-B2FA-8D11AB8B2939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0" y="-1"/>
            <a:ext cx="4657726" cy="6858001"/>
          </a:xfrm>
        </p:spPr>
        <p:txBody>
          <a:bodyPr/>
          <a:lstStyle/>
          <a:p>
            <a:r>
              <a:rPr lang="ko-KR" altLang="en-US"/>
              <a:t>그림을 추가하려면 아이콘을 클릭하십시오</a:t>
            </a:r>
            <a:endParaRPr lang="ko-KR" altLang="en-US" dirty="0"/>
          </a:p>
        </p:txBody>
      </p:sp>
      <p:sp>
        <p:nvSpPr>
          <p:cNvPr id="5" name="그림 개체 틀 5">
            <a:extLst>
              <a:ext uri="{FF2B5EF4-FFF2-40B4-BE49-F238E27FC236}">
                <a16:creationId xmlns:a16="http://schemas.microsoft.com/office/drawing/2014/main" id="{B31B74F4-0F4F-504E-A4D6-3BDE5DC56BE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687523" y="841639"/>
            <a:ext cx="1693510" cy="1693510"/>
          </a:xfrm>
          <a:prstGeom prst="ellipse">
            <a:avLst/>
          </a:prstGeom>
        </p:spPr>
        <p:txBody>
          <a:bodyPr wrap="square">
            <a:noAutofit/>
          </a:bodyPr>
          <a:lstStyle/>
          <a:p>
            <a:r>
              <a:rPr lang="ko-KR" altLang="en-US"/>
              <a:t>그림을 추가하려면 아이콘을 클릭하십시오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4446343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2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그림 개체 틀 6">
            <a:extLst>
              <a:ext uri="{FF2B5EF4-FFF2-40B4-BE49-F238E27FC236}">
                <a16:creationId xmlns:a16="http://schemas.microsoft.com/office/drawing/2014/main" id="{47DAFB18-4E3B-AD4E-B1A5-2180E3A7E7D4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771901" y="-1"/>
            <a:ext cx="4648199" cy="6858001"/>
          </a:xfrm>
        </p:spPr>
        <p:txBody>
          <a:bodyPr/>
          <a:lstStyle/>
          <a:p>
            <a:r>
              <a:rPr lang="ko-KR" altLang="en-US"/>
              <a:t>그림을 추가하려면 아이콘을 클릭하십시오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4333734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3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그림 개체 틀 2">
            <a:extLst>
              <a:ext uri="{FF2B5EF4-FFF2-40B4-BE49-F238E27FC236}">
                <a16:creationId xmlns:a16="http://schemas.microsoft.com/office/drawing/2014/main" id="{C5B47506-800B-9C41-BAD8-0E8A93A84CDB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2" y="2"/>
            <a:ext cx="12191999" cy="4657725"/>
          </a:xfrm>
        </p:spPr>
        <p:txBody>
          <a:bodyPr/>
          <a:lstStyle/>
          <a:p>
            <a:r>
              <a:rPr kumimoji="1" lang="ko-KR" altLang="en-US"/>
              <a:t>그림을 추가하려면 아이콘을 클릭하십시오</a:t>
            </a:r>
          </a:p>
        </p:txBody>
      </p:sp>
      <p:sp>
        <p:nvSpPr>
          <p:cNvPr id="5" name="그림 개체 틀 5">
            <a:extLst>
              <a:ext uri="{FF2B5EF4-FFF2-40B4-BE49-F238E27FC236}">
                <a16:creationId xmlns:a16="http://schemas.microsoft.com/office/drawing/2014/main" id="{A726F52E-FE66-0C49-B7B8-410DB204CD9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002098" y="3810970"/>
            <a:ext cx="1693510" cy="1693510"/>
          </a:xfrm>
          <a:prstGeom prst="ellipse">
            <a:avLst/>
          </a:prstGeom>
        </p:spPr>
        <p:txBody>
          <a:bodyPr wrap="square">
            <a:noAutofit/>
          </a:bodyPr>
          <a:lstStyle/>
          <a:p>
            <a:r>
              <a:rPr lang="ko-KR" altLang="en-US"/>
              <a:t>그림을 추가하려면 아이콘을 클릭하십시오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6788369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4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그림 개체 틀 6">
            <a:extLst>
              <a:ext uri="{FF2B5EF4-FFF2-40B4-BE49-F238E27FC236}">
                <a16:creationId xmlns:a16="http://schemas.microsoft.com/office/drawing/2014/main" id="{DC1361D7-4B6D-7745-9BEC-50DC279C1BC6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3171825" y="2"/>
            <a:ext cx="9020175" cy="6857999"/>
          </a:xfrm>
        </p:spPr>
        <p:txBody>
          <a:bodyPr/>
          <a:lstStyle/>
          <a:p>
            <a:r>
              <a:rPr lang="ko-KR" altLang="en-US"/>
              <a:t>그림을 추가하려면 아이콘을 클릭하십시오</a:t>
            </a:r>
            <a:endParaRPr lang="ko-KR" altLang="en-US" dirty="0"/>
          </a:p>
        </p:txBody>
      </p:sp>
      <p:sp>
        <p:nvSpPr>
          <p:cNvPr id="6" name="그림 개체 틀 5">
            <a:extLst>
              <a:ext uri="{FF2B5EF4-FFF2-40B4-BE49-F238E27FC236}">
                <a16:creationId xmlns:a16="http://schemas.microsoft.com/office/drawing/2014/main" id="{20C01F94-8C80-FB4B-8999-67B67B36C1D3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289226" y="1546403"/>
            <a:ext cx="3765198" cy="3765197"/>
          </a:xfrm>
          <a:prstGeom prst="ellipse">
            <a:avLst/>
          </a:prstGeom>
        </p:spPr>
        <p:txBody>
          <a:bodyPr wrap="square">
            <a:noAutofit/>
          </a:bodyPr>
          <a:lstStyle/>
          <a:p>
            <a:r>
              <a:rPr lang="ko-KR" altLang="en-US"/>
              <a:t>그림을 추가하려면 아이콘을 클릭하십시오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1536409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5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그림 개체 틀 6">
            <a:extLst>
              <a:ext uri="{FF2B5EF4-FFF2-40B4-BE49-F238E27FC236}">
                <a16:creationId xmlns:a16="http://schemas.microsoft.com/office/drawing/2014/main" id="{3F05C776-29A1-40DF-9B2D-C2D18586381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r>
              <a:rPr lang="ko-KR" altLang="en-US"/>
              <a:t>그림을 추가하려면 아이콘을 클릭하십시오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7799508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7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8340796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6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/>
          <p:cNvSpPr>
            <a:spLocks noGrp="1"/>
          </p:cNvSpPr>
          <p:nvPr>
            <p:ph type="title" hasCustomPrompt="1"/>
          </p:nvPr>
        </p:nvSpPr>
        <p:spPr>
          <a:xfrm>
            <a:off x="838201" y="563910"/>
            <a:ext cx="10515600" cy="1325563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4400">
                <a:latin typeface="+mj-lt"/>
              </a:defRPr>
            </a:lvl1pPr>
          </a:lstStyle>
          <a:p>
            <a:r>
              <a:rPr lang="ko-KR" altLang="en-US" dirty="0" err="1"/>
              <a:t>Insert</a:t>
            </a:r>
            <a:r>
              <a:rPr lang="ko-KR" altLang="en-US" dirty="0"/>
              <a:t> </a:t>
            </a:r>
            <a:r>
              <a:rPr lang="ko-KR" altLang="en-US" dirty="0" err="1"/>
              <a:t>title</a:t>
            </a:r>
            <a:r>
              <a:rPr lang="ko-KR" altLang="en-US" dirty="0"/>
              <a:t> </a:t>
            </a:r>
            <a:r>
              <a:rPr lang="ko-KR" altLang="en-US" dirty="0" err="1"/>
              <a:t>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1015373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8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/>
          <p:cNvSpPr>
            <a:spLocks noGrp="1"/>
          </p:cNvSpPr>
          <p:nvPr>
            <p:ph type="title" hasCustomPrompt="1"/>
          </p:nvPr>
        </p:nvSpPr>
        <p:spPr>
          <a:xfrm>
            <a:off x="7335748" y="1509131"/>
            <a:ext cx="4161034" cy="1871067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>
              <a:defRPr sz="4400">
                <a:latin typeface="+mj-lt"/>
              </a:defRPr>
            </a:lvl1pPr>
          </a:lstStyle>
          <a:p>
            <a:r>
              <a:rPr lang="ko-KR" altLang="en-US" dirty="0" err="1"/>
              <a:t>Insert</a:t>
            </a:r>
            <a:r>
              <a:rPr lang="ko-KR" altLang="en-US" dirty="0"/>
              <a:t> </a:t>
            </a:r>
            <a:r>
              <a:rPr lang="ko-KR" altLang="en-US" dirty="0" err="1"/>
              <a:t>title</a:t>
            </a:r>
            <a:r>
              <a:rPr lang="ko-KR" altLang="en-US" dirty="0"/>
              <a:t> </a:t>
            </a:r>
            <a:r>
              <a:rPr lang="ko-KR" altLang="en-US" dirty="0" err="1"/>
              <a:t>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4682000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9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/>
          <p:cNvSpPr>
            <a:spLocks noGrp="1"/>
          </p:cNvSpPr>
          <p:nvPr>
            <p:ph type="title" hasCustomPrompt="1"/>
          </p:nvPr>
        </p:nvSpPr>
        <p:spPr>
          <a:xfrm>
            <a:off x="6965878" y="1509131"/>
            <a:ext cx="4161034" cy="1871067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r">
              <a:defRPr sz="4400">
                <a:latin typeface="+mj-lt"/>
              </a:defRPr>
            </a:lvl1pPr>
          </a:lstStyle>
          <a:p>
            <a:r>
              <a:rPr lang="ko-KR" altLang="en-US" dirty="0" err="1"/>
              <a:t>Insert</a:t>
            </a:r>
            <a:r>
              <a:rPr lang="ko-KR" altLang="en-US" dirty="0"/>
              <a:t> </a:t>
            </a:r>
            <a:r>
              <a:rPr lang="ko-KR" altLang="en-US" dirty="0" err="1"/>
              <a:t>title</a:t>
            </a:r>
            <a:r>
              <a:rPr lang="ko-KR" altLang="en-US" dirty="0"/>
              <a:t> </a:t>
            </a:r>
            <a:r>
              <a:rPr lang="ko-KR" altLang="en-US" dirty="0" err="1"/>
              <a:t>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0384345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0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/>
          <p:cNvSpPr>
            <a:spLocks noGrp="1"/>
          </p:cNvSpPr>
          <p:nvPr>
            <p:ph type="title" hasCustomPrompt="1"/>
          </p:nvPr>
        </p:nvSpPr>
        <p:spPr>
          <a:xfrm>
            <a:off x="1078788" y="1509131"/>
            <a:ext cx="4161034" cy="1871067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>
              <a:defRPr sz="4400">
                <a:latin typeface="+mj-lt"/>
              </a:defRPr>
            </a:lvl1pPr>
          </a:lstStyle>
          <a:p>
            <a:r>
              <a:rPr lang="ko-KR" altLang="en-US" dirty="0" err="1"/>
              <a:t>Insert</a:t>
            </a:r>
            <a:r>
              <a:rPr lang="ko-KR" altLang="en-US" dirty="0"/>
              <a:t> </a:t>
            </a:r>
            <a:r>
              <a:rPr lang="ko-KR" altLang="en-US" dirty="0" err="1"/>
              <a:t>title</a:t>
            </a:r>
            <a:r>
              <a:rPr lang="ko-KR" altLang="en-US" dirty="0"/>
              <a:t> </a:t>
            </a:r>
            <a:r>
              <a:rPr lang="ko-KR" altLang="en-US" dirty="0" err="1"/>
              <a:t>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9501209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/>
          <p:cNvSpPr>
            <a:spLocks noGrp="1"/>
          </p:cNvSpPr>
          <p:nvPr>
            <p:ph type="title" hasCustomPrompt="1"/>
          </p:nvPr>
        </p:nvSpPr>
        <p:spPr>
          <a:xfrm>
            <a:off x="226029" y="1509131"/>
            <a:ext cx="4161034" cy="1871067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r">
              <a:defRPr sz="4400">
                <a:latin typeface="+mj-lt"/>
              </a:defRPr>
            </a:lvl1pPr>
          </a:lstStyle>
          <a:p>
            <a:r>
              <a:rPr lang="ko-KR" altLang="en-US" dirty="0" err="1"/>
              <a:t>Insert</a:t>
            </a:r>
            <a:r>
              <a:rPr lang="ko-KR" altLang="en-US" dirty="0"/>
              <a:t> </a:t>
            </a:r>
            <a:r>
              <a:rPr lang="ko-KR" altLang="en-US" dirty="0" err="1"/>
              <a:t>title</a:t>
            </a:r>
            <a:r>
              <a:rPr lang="ko-KR" altLang="en-US" dirty="0"/>
              <a:t> </a:t>
            </a:r>
            <a:r>
              <a:rPr lang="ko-KR" altLang="en-US" dirty="0" err="1"/>
              <a:t>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4499844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2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직사각형 33">
            <a:extLst>
              <a:ext uri="{FF2B5EF4-FFF2-40B4-BE49-F238E27FC236}">
                <a16:creationId xmlns:a16="http://schemas.microsoft.com/office/drawing/2014/main" id="{22E9F854-D0F3-114D-A3B4-09C5C08878A3}"/>
              </a:ext>
            </a:extLst>
          </p:cNvPr>
          <p:cNvSpPr/>
          <p:nvPr userDrawn="1"/>
        </p:nvSpPr>
        <p:spPr>
          <a:xfrm>
            <a:off x="7290487" y="-2"/>
            <a:ext cx="4901513" cy="685799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x-none" altLang="en-US"/>
          </a:p>
        </p:txBody>
      </p:sp>
      <p:sp>
        <p:nvSpPr>
          <p:cNvPr id="3" name="제목 1"/>
          <p:cNvSpPr>
            <a:spLocks noGrp="1"/>
          </p:cNvSpPr>
          <p:nvPr>
            <p:ph type="title" hasCustomPrompt="1"/>
          </p:nvPr>
        </p:nvSpPr>
        <p:spPr>
          <a:xfrm>
            <a:off x="700325" y="2769790"/>
            <a:ext cx="4161034" cy="1871067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r">
              <a:defRPr sz="4400">
                <a:latin typeface="+mj-lt"/>
              </a:defRPr>
            </a:lvl1pPr>
          </a:lstStyle>
          <a:p>
            <a:r>
              <a:rPr lang="ko-KR" altLang="en-US" dirty="0" err="1"/>
              <a:t>Insert</a:t>
            </a:r>
            <a:r>
              <a:rPr lang="ko-KR" altLang="en-US" dirty="0"/>
              <a:t> </a:t>
            </a:r>
            <a:r>
              <a:rPr lang="ko-KR" altLang="en-US" dirty="0" err="1"/>
              <a:t>title</a:t>
            </a:r>
            <a:r>
              <a:rPr lang="ko-KR" altLang="en-US" dirty="0"/>
              <a:t> </a:t>
            </a:r>
            <a:r>
              <a:rPr lang="ko-KR" altLang="en-US" dirty="0" err="1"/>
              <a:t>here</a:t>
            </a: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EDB9F5E8-8773-4190-B49D-A994050162B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0915" y="577608"/>
            <a:ext cx="2641602" cy="4816788"/>
          </a:xfrm>
          <a:prstGeom prst="rect">
            <a:avLst/>
          </a:prstGeom>
          <a:effectLst/>
        </p:spPr>
      </p:pic>
      <p:sp>
        <p:nvSpPr>
          <p:cNvPr id="6" name="자유형: 도형 9">
            <a:extLst>
              <a:ext uri="{FF2B5EF4-FFF2-40B4-BE49-F238E27FC236}">
                <a16:creationId xmlns:a16="http://schemas.microsoft.com/office/drawing/2014/main" id="{F761CA72-4755-4150-9296-0C2D3FD52D1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96002" y="795337"/>
            <a:ext cx="1991433" cy="4314826"/>
          </a:xfrm>
          <a:custGeom>
            <a:avLst/>
            <a:gdLst>
              <a:gd name="connsiteX0" fmla="*/ 204918 w 1991433"/>
              <a:gd name="connsiteY0" fmla="*/ 0 h 4314826"/>
              <a:gd name="connsiteX1" fmla="*/ 434358 w 1991433"/>
              <a:gd name="connsiteY1" fmla="*/ 0 h 4314826"/>
              <a:gd name="connsiteX2" fmla="*/ 434358 w 1991433"/>
              <a:gd name="connsiteY2" fmla="*/ 38737 h 4314826"/>
              <a:gd name="connsiteX3" fmla="*/ 565242 w 1991433"/>
              <a:gd name="connsiteY3" fmla="*/ 169621 h 4314826"/>
              <a:gd name="connsiteX4" fmla="*/ 1426191 w 1991433"/>
              <a:gd name="connsiteY4" fmla="*/ 169621 h 4314826"/>
              <a:gd name="connsiteX5" fmla="*/ 1557075 w 1991433"/>
              <a:gd name="connsiteY5" fmla="*/ 38737 h 4314826"/>
              <a:gd name="connsiteX6" fmla="*/ 1557075 w 1991433"/>
              <a:gd name="connsiteY6" fmla="*/ 0 h 4314826"/>
              <a:gd name="connsiteX7" fmla="*/ 1786515 w 1991433"/>
              <a:gd name="connsiteY7" fmla="*/ 0 h 4314826"/>
              <a:gd name="connsiteX8" fmla="*/ 1991433 w 1991433"/>
              <a:gd name="connsiteY8" fmla="*/ 204918 h 4314826"/>
              <a:gd name="connsiteX9" fmla="*/ 1991433 w 1991433"/>
              <a:gd name="connsiteY9" fmla="*/ 4109908 h 4314826"/>
              <a:gd name="connsiteX10" fmla="*/ 1786515 w 1991433"/>
              <a:gd name="connsiteY10" fmla="*/ 4314826 h 4314826"/>
              <a:gd name="connsiteX11" fmla="*/ 204918 w 1991433"/>
              <a:gd name="connsiteY11" fmla="*/ 4314826 h 4314826"/>
              <a:gd name="connsiteX12" fmla="*/ 0 w 1991433"/>
              <a:gd name="connsiteY12" fmla="*/ 4109908 h 4314826"/>
              <a:gd name="connsiteX13" fmla="*/ 0 w 1991433"/>
              <a:gd name="connsiteY13" fmla="*/ 204918 h 4314826"/>
              <a:gd name="connsiteX14" fmla="*/ 204918 w 1991433"/>
              <a:gd name="connsiteY14" fmla="*/ 0 h 43148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991433" h="4314826">
                <a:moveTo>
                  <a:pt x="204918" y="0"/>
                </a:moveTo>
                <a:lnTo>
                  <a:pt x="434358" y="0"/>
                </a:lnTo>
                <a:lnTo>
                  <a:pt x="434358" y="38737"/>
                </a:lnTo>
                <a:cubicBezTo>
                  <a:pt x="434358" y="111022"/>
                  <a:pt x="492957" y="169621"/>
                  <a:pt x="565242" y="169621"/>
                </a:cubicBezTo>
                <a:lnTo>
                  <a:pt x="1426191" y="169621"/>
                </a:lnTo>
                <a:cubicBezTo>
                  <a:pt x="1498476" y="169621"/>
                  <a:pt x="1557075" y="111022"/>
                  <a:pt x="1557075" y="38737"/>
                </a:cubicBezTo>
                <a:lnTo>
                  <a:pt x="1557075" y="0"/>
                </a:lnTo>
                <a:lnTo>
                  <a:pt x="1786515" y="0"/>
                </a:lnTo>
                <a:cubicBezTo>
                  <a:pt x="1899688" y="0"/>
                  <a:pt x="1991433" y="91745"/>
                  <a:pt x="1991433" y="204918"/>
                </a:cubicBezTo>
                <a:lnTo>
                  <a:pt x="1991433" y="4109908"/>
                </a:lnTo>
                <a:cubicBezTo>
                  <a:pt x="1991433" y="4223081"/>
                  <a:pt x="1899688" y="4314826"/>
                  <a:pt x="1786515" y="4314826"/>
                </a:cubicBezTo>
                <a:lnTo>
                  <a:pt x="204918" y="4314826"/>
                </a:lnTo>
                <a:cubicBezTo>
                  <a:pt x="91745" y="4314826"/>
                  <a:pt x="0" y="4223081"/>
                  <a:pt x="0" y="4109908"/>
                </a:cubicBezTo>
                <a:lnTo>
                  <a:pt x="0" y="204918"/>
                </a:lnTo>
                <a:cubicBezTo>
                  <a:pt x="0" y="91745"/>
                  <a:pt x="91745" y="0"/>
                  <a:pt x="204918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r>
              <a:rPr lang="ko-KR" altLang="en-US"/>
              <a:t>그림을 추가하려면 아이콘을 클릭하십시오</a:t>
            </a:r>
            <a:endParaRPr lang="ko-KR" alt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C426D6D4-03C0-4C26-99F6-5224D9DB336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12198" y="1514233"/>
            <a:ext cx="2641602" cy="4816788"/>
          </a:xfrm>
          <a:prstGeom prst="rect">
            <a:avLst/>
          </a:prstGeom>
          <a:effectLst/>
        </p:spPr>
      </p:pic>
      <p:sp>
        <p:nvSpPr>
          <p:cNvPr id="8" name="자유형: 도형 11">
            <a:extLst>
              <a:ext uri="{FF2B5EF4-FFF2-40B4-BE49-F238E27FC236}">
                <a16:creationId xmlns:a16="http://schemas.microsoft.com/office/drawing/2014/main" id="{218BC2EB-EC9A-4A96-947C-884BC3C1D33D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9037284" y="1731962"/>
            <a:ext cx="1991433" cy="4314826"/>
          </a:xfrm>
          <a:custGeom>
            <a:avLst/>
            <a:gdLst>
              <a:gd name="connsiteX0" fmla="*/ 204918 w 1991433"/>
              <a:gd name="connsiteY0" fmla="*/ 0 h 4314826"/>
              <a:gd name="connsiteX1" fmla="*/ 434358 w 1991433"/>
              <a:gd name="connsiteY1" fmla="*/ 0 h 4314826"/>
              <a:gd name="connsiteX2" fmla="*/ 434358 w 1991433"/>
              <a:gd name="connsiteY2" fmla="*/ 38737 h 4314826"/>
              <a:gd name="connsiteX3" fmla="*/ 565242 w 1991433"/>
              <a:gd name="connsiteY3" fmla="*/ 169621 h 4314826"/>
              <a:gd name="connsiteX4" fmla="*/ 1426191 w 1991433"/>
              <a:gd name="connsiteY4" fmla="*/ 169621 h 4314826"/>
              <a:gd name="connsiteX5" fmla="*/ 1557075 w 1991433"/>
              <a:gd name="connsiteY5" fmla="*/ 38737 h 4314826"/>
              <a:gd name="connsiteX6" fmla="*/ 1557075 w 1991433"/>
              <a:gd name="connsiteY6" fmla="*/ 0 h 4314826"/>
              <a:gd name="connsiteX7" fmla="*/ 1786515 w 1991433"/>
              <a:gd name="connsiteY7" fmla="*/ 0 h 4314826"/>
              <a:gd name="connsiteX8" fmla="*/ 1991433 w 1991433"/>
              <a:gd name="connsiteY8" fmla="*/ 204918 h 4314826"/>
              <a:gd name="connsiteX9" fmla="*/ 1991433 w 1991433"/>
              <a:gd name="connsiteY9" fmla="*/ 4109908 h 4314826"/>
              <a:gd name="connsiteX10" fmla="*/ 1786515 w 1991433"/>
              <a:gd name="connsiteY10" fmla="*/ 4314826 h 4314826"/>
              <a:gd name="connsiteX11" fmla="*/ 204918 w 1991433"/>
              <a:gd name="connsiteY11" fmla="*/ 4314826 h 4314826"/>
              <a:gd name="connsiteX12" fmla="*/ 0 w 1991433"/>
              <a:gd name="connsiteY12" fmla="*/ 4109908 h 4314826"/>
              <a:gd name="connsiteX13" fmla="*/ 0 w 1991433"/>
              <a:gd name="connsiteY13" fmla="*/ 204918 h 4314826"/>
              <a:gd name="connsiteX14" fmla="*/ 204918 w 1991433"/>
              <a:gd name="connsiteY14" fmla="*/ 0 h 43148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991433" h="4314826">
                <a:moveTo>
                  <a:pt x="204918" y="0"/>
                </a:moveTo>
                <a:lnTo>
                  <a:pt x="434358" y="0"/>
                </a:lnTo>
                <a:lnTo>
                  <a:pt x="434358" y="38737"/>
                </a:lnTo>
                <a:cubicBezTo>
                  <a:pt x="434358" y="111022"/>
                  <a:pt x="492957" y="169621"/>
                  <a:pt x="565242" y="169621"/>
                </a:cubicBezTo>
                <a:lnTo>
                  <a:pt x="1426191" y="169621"/>
                </a:lnTo>
                <a:cubicBezTo>
                  <a:pt x="1498476" y="169621"/>
                  <a:pt x="1557075" y="111022"/>
                  <a:pt x="1557075" y="38737"/>
                </a:cubicBezTo>
                <a:lnTo>
                  <a:pt x="1557075" y="0"/>
                </a:lnTo>
                <a:lnTo>
                  <a:pt x="1786515" y="0"/>
                </a:lnTo>
                <a:cubicBezTo>
                  <a:pt x="1899688" y="0"/>
                  <a:pt x="1991433" y="91745"/>
                  <a:pt x="1991433" y="204918"/>
                </a:cubicBezTo>
                <a:lnTo>
                  <a:pt x="1991433" y="4109908"/>
                </a:lnTo>
                <a:cubicBezTo>
                  <a:pt x="1991433" y="4223081"/>
                  <a:pt x="1899688" y="4314826"/>
                  <a:pt x="1786515" y="4314826"/>
                </a:cubicBezTo>
                <a:lnTo>
                  <a:pt x="204918" y="4314826"/>
                </a:lnTo>
                <a:cubicBezTo>
                  <a:pt x="91745" y="4314826"/>
                  <a:pt x="0" y="4223081"/>
                  <a:pt x="0" y="4109908"/>
                </a:cubicBezTo>
                <a:lnTo>
                  <a:pt x="0" y="204918"/>
                </a:lnTo>
                <a:cubicBezTo>
                  <a:pt x="0" y="91745"/>
                  <a:pt x="91745" y="0"/>
                  <a:pt x="204918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r>
              <a:rPr lang="ko-KR" altLang="en-US"/>
              <a:t>그림을 추가하려면 아이콘을 클릭하십시오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507949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1A27AC4-FC8A-204F-A5D7-9FCA5FABBE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1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0969E98-71D0-554C-9333-B80E017954C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1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6ACEA5-0EA0-4748-B918-96FF4594033F}" type="datetimeFigureOut">
              <a:rPr lang="ko-KR" altLang="en-US" smtClean="0"/>
              <a:pPr/>
              <a:t>2025-07-09</a:t>
            </a:fld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ABE2B7C-81F0-A943-A190-99C2B12DD4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1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21B65A-3EA8-B143-8EF8-039F2099A48A}" type="slidenum">
              <a:rPr/>
              <a:pPr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6532991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7" r:id="rId3"/>
    <p:sldLayoutId id="2147483654" r:id="rId4"/>
    <p:sldLayoutId id="2147483660" r:id="rId5"/>
    <p:sldLayoutId id="2147483661" r:id="rId6"/>
    <p:sldLayoutId id="2147483667" r:id="rId7"/>
    <p:sldLayoutId id="2147483653" r:id="rId8"/>
    <p:sldLayoutId id="2147483685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84" r:id="rId18"/>
    <p:sldLayoutId id="2147483683" r:id="rId19"/>
    <p:sldLayoutId id="2147483679" r:id="rId20"/>
    <p:sldLayoutId id="2147483682" r:id="rId21"/>
    <p:sldLayoutId id="2147483681" r:id="rId22"/>
    <p:sldLayoutId id="2147483680" r:id="rId23"/>
    <p:sldLayoutId id="2147483678" r:id="rId24"/>
    <p:sldLayoutId id="2147483686" r:id="rId25"/>
    <p:sldLayoutId id="2147483688" r:id="rId26"/>
    <p:sldLayoutId id="2147483687" r:id="rId27"/>
    <p:sldLayoutId id="2147483689" r:id="rId28"/>
    <p:sldLayoutId id="2147483690" r:id="rId29"/>
    <p:sldLayoutId id="2147483691" r:id="rId30"/>
    <p:sldLayoutId id="2147483692" r:id="rId31"/>
    <p:sldLayoutId id="2147483693" r:id="rId3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8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1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0.xml"/><Relationship Id="rId6" Type="http://schemas.openxmlformats.org/officeDocument/2006/relationships/image" Target="../media/image16.jpg"/><Relationship Id="rId5" Type="http://schemas.openxmlformats.org/officeDocument/2006/relationships/image" Target="../media/image15.jpg"/><Relationship Id="rId4" Type="http://schemas.openxmlformats.org/officeDocument/2006/relationships/image" Target="../media/image14.jp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jp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26.jpg"/><Relationship Id="rId5" Type="http://schemas.openxmlformats.org/officeDocument/2006/relationships/image" Target="../media/image25.jpg"/><Relationship Id="rId4" Type="http://schemas.openxmlformats.org/officeDocument/2006/relationships/image" Target="../media/image24.jp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jpg"/><Relationship Id="rId3" Type="http://schemas.openxmlformats.org/officeDocument/2006/relationships/image" Target="../media/image29.jpg"/><Relationship Id="rId7" Type="http://schemas.openxmlformats.org/officeDocument/2006/relationships/image" Target="../media/image33.jp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32.jpg"/><Relationship Id="rId5" Type="http://schemas.openxmlformats.org/officeDocument/2006/relationships/image" Target="../media/image31.jpg"/><Relationship Id="rId4" Type="http://schemas.openxmlformats.org/officeDocument/2006/relationships/image" Target="../media/image30.jp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jpg"/><Relationship Id="rId3" Type="http://schemas.openxmlformats.org/officeDocument/2006/relationships/image" Target="../media/image35.jpg"/><Relationship Id="rId7" Type="http://schemas.openxmlformats.org/officeDocument/2006/relationships/image" Target="../media/image12.jp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38.jpg"/><Relationship Id="rId5" Type="http://schemas.openxmlformats.org/officeDocument/2006/relationships/image" Target="../media/image37.jpg"/><Relationship Id="rId4" Type="http://schemas.openxmlformats.org/officeDocument/2006/relationships/image" Target="../media/image36.jp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jp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43.jpg"/><Relationship Id="rId5" Type="http://schemas.openxmlformats.org/officeDocument/2006/relationships/image" Target="../media/image42.jpg"/><Relationship Id="rId4" Type="http://schemas.openxmlformats.org/officeDocument/2006/relationships/image" Target="../media/image41.jp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jpe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7.xml"/><Relationship Id="rId5" Type="http://schemas.openxmlformats.org/officeDocument/2006/relationships/image" Target="../media/image46.png"/><Relationship Id="rId4" Type="http://schemas.openxmlformats.org/officeDocument/2006/relationships/image" Target="../media/image11.jp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5.xml"/><Relationship Id="rId4" Type="http://schemas.openxmlformats.org/officeDocument/2006/relationships/hyperlink" Target="mailto:Banknetwork@hanmail.net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그림 개체 틀 4">
            <a:extLst>
              <a:ext uri="{FF2B5EF4-FFF2-40B4-BE49-F238E27FC236}">
                <a16:creationId xmlns:a16="http://schemas.microsoft.com/office/drawing/2014/main" id="{D0F38D59-B3C3-4F32-819F-0387DEDEA4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250" b="3125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8" name="직사각형 47">
            <a:extLst>
              <a:ext uri="{FF2B5EF4-FFF2-40B4-BE49-F238E27FC236}">
                <a16:creationId xmlns:a16="http://schemas.microsoft.com/office/drawing/2014/main" id="{E00F73A0-1561-1B40-86AE-5D7B0B5A4953}"/>
              </a:ext>
            </a:extLst>
          </p:cNvPr>
          <p:cNvSpPr/>
          <p:nvPr/>
        </p:nvSpPr>
        <p:spPr>
          <a:xfrm>
            <a:off x="0" y="204"/>
            <a:ext cx="12192000" cy="6858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x-none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D1A4651-711F-FC45-AA3B-0F688AA0A819}"/>
              </a:ext>
            </a:extLst>
          </p:cNvPr>
          <p:cNvSpPr txBox="1"/>
          <p:nvPr/>
        </p:nvSpPr>
        <p:spPr>
          <a:xfrm>
            <a:off x="436650" y="250023"/>
            <a:ext cx="7142021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kumimoji="1" lang="en-US" altLang="ko-KR" sz="1200" i="1" dirty="0">
                <a:solidFill>
                  <a:schemeClr val="bg1">
                    <a:lumMod val="85000"/>
                  </a:schemeClr>
                </a:solidFill>
              </a:rPr>
              <a:t>Interior Design | Design and construction | Furniture making</a:t>
            </a:r>
          </a:p>
          <a:p>
            <a:r>
              <a:rPr kumimoji="1" lang="en-US" altLang="ko-KR" sz="1200" i="1" dirty="0">
                <a:solidFill>
                  <a:schemeClr val="bg1">
                    <a:lumMod val="85000"/>
                  </a:schemeClr>
                </a:solidFill>
              </a:rPr>
              <a:t>Construction Architecture | Kitchen utensil manufacturing</a:t>
            </a:r>
            <a:endParaRPr kumimoji="1" lang="ko-KR" altLang="en-US" sz="1200" i="1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BCE4FA23-E732-6D49-894E-4D65823916D9}"/>
              </a:ext>
            </a:extLst>
          </p:cNvPr>
          <p:cNvSpPr/>
          <p:nvPr/>
        </p:nvSpPr>
        <p:spPr>
          <a:xfrm>
            <a:off x="0" y="686004"/>
            <a:ext cx="12192000" cy="6172200"/>
          </a:xfrm>
          <a:prstGeom prst="rect">
            <a:avLst/>
          </a:prstGeom>
          <a:gradFill>
            <a:gsLst>
              <a:gs pos="0">
                <a:schemeClr val="tx2"/>
              </a:gs>
              <a:gs pos="100000">
                <a:srgbClr val="C00000">
                  <a:alpha val="32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x-none" altLang="en-US"/>
          </a:p>
        </p:txBody>
      </p:sp>
      <p:grpSp>
        <p:nvGrpSpPr>
          <p:cNvPr id="26" name="그룹 25"/>
          <p:cNvGrpSpPr/>
          <p:nvPr/>
        </p:nvGrpSpPr>
        <p:grpSpPr>
          <a:xfrm>
            <a:off x="2680847" y="2654054"/>
            <a:ext cx="6830306" cy="1873743"/>
            <a:chOff x="2680847" y="2842320"/>
            <a:chExt cx="6830306" cy="1873743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C0F34C34-10CA-1049-B0C9-494039188778}"/>
                </a:ext>
              </a:extLst>
            </p:cNvPr>
            <p:cNvSpPr txBox="1"/>
            <p:nvPr/>
          </p:nvSpPr>
          <p:spPr>
            <a:xfrm>
              <a:off x="2680847" y="4254398"/>
              <a:ext cx="6830306" cy="46166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ko-KR" sz="2400" dirty="0">
                  <a:solidFill>
                    <a:schemeClr val="bg1"/>
                  </a:solidFill>
                  <a:latin typeface="+mj-lt"/>
                </a:rPr>
                <a:t>Waterproofing liquid production and distribution</a:t>
              </a:r>
            </a:p>
          </p:txBody>
        </p:sp>
        <p:pic>
          <p:nvPicPr>
            <p:cNvPr id="21" name="그림 20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715357" y="2842320"/>
              <a:ext cx="6761286" cy="1257291"/>
            </a:xfrm>
            <a:prstGeom prst="rect">
              <a:avLst/>
            </a:prstGeom>
          </p:spPr>
        </p:pic>
      </p:grpSp>
      <p:sp>
        <p:nvSpPr>
          <p:cNvPr id="4" name="직사각형 3">
            <a:extLst>
              <a:ext uri="{FF2B5EF4-FFF2-40B4-BE49-F238E27FC236}">
                <a16:creationId xmlns:a16="http://schemas.microsoft.com/office/drawing/2014/main" id="{E00F73A0-1561-1B40-86AE-5D7B0B5A4953}"/>
              </a:ext>
            </a:extLst>
          </p:cNvPr>
          <p:cNvSpPr/>
          <p:nvPr/>
        </p:nvSpPr>
        <p:spPr>
          <a:xfrm>
            <a:off x="9070518" y="0"/>
            <a:ext cx="2108156" cy="120967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x-none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194230DE-9EAA-B240-82DB-E202B87A0208}"/>
              </a:ext>
            </a:extLst>
          </p:cNvPr>
          <p:cNvSpPr/>
          <p:nvPr/>
        </p:nvSpPr>
        <p:spPr>
          <a:xfrm>
            <a:off x="0" y="6687629"/>
            <a:ext cx="3386138" cy="170371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x-none" altLang="en-US">
              <a:solidFill>
                <a:srgbClr val="C00000"/>
              </a:solidFill>
            </a:endParaRPr>
          </a:p>
        </p:txBody>
      </p:sp>
      <p:sp>
        <p:nvSpPr>
          <p:cNvPr id="54" name="모서리가 둥근 직사각형 53"/>
          <p:cNvSpPr/>
          <p:nvPr/>
        </p:nvSpPr>
        <p:spPr>
          <a:xfrm>
            <a:off x="9068886" y="0"/>
            <a:ext cx="2109788" cy="1695452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5" name="TextBox 54"/>
          <p:cNvSpPr txBox="1"/>
          <p:nvPr/>
        </p:nvSpPr>
        <p:spPr>
          <a:xfrm>
            <a:off x="9315558" y="661987"/>
            <a:ext cx="1276242" cy="83099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kumimoji="1" lang="en-US" altLang="ko-KR" sz="2400" dirty="0">
                <a:solidFill>
                  <a:schemeClr val="bg1"/>
                </a:solidFill>
                <a:latin typeface="+mj-lt"/>
              </a:rPr>
              <a:t>best</a:t>
            </a:r>
          </a:p>
          <a:p>
            <a:r>
              <a:rPr kumimoji="1" lang="en-US" altLang="ko-KR" sz="2400" dirty="0">
                <a:solidFill>
                  <a:schemeClr val="bg1"/>
                </a:solidFill>
                <a:latin typeface="+mj-lt"/>
              </a:rPr>
              <a:t>Winner </a:t>
            </a:r>
            <a:r>
              <a:rPr kumimoji="1" lang="en-US" altLang="ko-KR" sz="2400" dirty="0" err="1">
                <a:solidFill>
                  <a:schemeClr val="bg1"/>
                </a:solidFill>
                <a:latin typeface="+mj-lt"/>
              </a:rPr>
              <a:t>vn</a:t>
            </a:r>
            <a:endParaRPr kumimoji="1" lang="en-US" altLang="ko-KR" sz="2400" dirty="0">
              <a:solidFill>
                <a:schemeClr val="bg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8200343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개체 틀 3">
            <a:extLst>
              <a:ext uri="{FF2B5EF4-FFF2-40B4-BE49-F238E27FC236}">
                <a16:creationId xmlns:a16="http://schemas.microsoft.com/office/drawing/2014/main" id="{ACAD748F-9F44-AE4F-B8ED-29D68BBAB6B0}"/>
              </a:ext>
            </a:extLst>
          </p:cNvPr>
          <p:cNvPicPr>
            <a:picLocks noGrp="1" noChangeAspect="1"/>
          </p:cNvPicPr>
          <p:nvPr>
            <p:ph type="pic" sz="quarter" idx="2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5157788" cy="6858000"/>
          </a:xfrm>
        </p:spPr>
      </p:pic>
      <p:sp>
        <p:nvSpPr>
          <p:cNvPr id="18" name="모서리가 둥근 직사각형 17"/>
          <p:cNvSpPr/>
          <p:nvPr/>
        </p:nvSpPr>
        <p:spPr>
          <a:xfrm>
            <a:off x="4017168" y="0"/>
            <a:ext cx="2281237" cy="2428875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32D7CC27-181C-704F-8CBC-786892887EC3}"/>
              </a:ext>
            </a:extLst>
          </p:cNvPr>
          <p:cNvSpPr/>
          <p:nvPr/>
        </p:nvSpPr>
        <p:spPr>
          <a:xfrm>
            <a:off x="4648200" y="2"/>
            <a:ext cx="1650206" cy="242887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x-none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BD161F2B-7527-3443-BB0F-53B9B4B6F8F1}"/>
              </a:ext>
            </a:extLst>
          </p:cNvPr>
          <p:cNvSpPr/>
          <p:nvPr/>
        </p:nvSpPr>
        <p:spPr>
          <a:xfrm>
            <a:off x="6298407" y="2"/>
            <a:ext cx="5893594" cy="2428875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x-none" altLang="en-US"/>
          </a:p>
        </p:txBody>
      </p:sp>
      <p:sp>
        <p:nvSpPr>
          <p:cNvPr id="7" name="TextBox 6"/>
          <p:cNvSpPr txBox="1"/>
          <p:nvPr/>
        </p:nvSpPr>
        <p:spPr>
          <a:xfrm>
            <a:off x="4353033" y="1268148"/>
            <a:ext cx="1276242" cy="83099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kumimoji="1" lang="en-US" altLang="ko-KR" sz="2400" dirty="0">
                <a:solidFill>
                  <a:schemeClr val="bg1"/>
                </a:solidFill>
                <a:latin typeface="+mj-lt"/>
              </a:rPr>
              <a:t>best</a:t>
            </a:r>
          </a:p>
          <a:p>
            <a:r>
              <a:rPr kumimoji="1" lang="en-US" altLang="ko-KR" sz="2400" dirty="0">
                <a:solidFill>
                  <a:schemeClr val="bg1"/>
                </a:solidFill>
                <a:latin typeface="+mj-lt"/>
              </a:rPr>
              <a:t>Winner </a:t>
            </a:r>
            <a:r>
              <a:rPr kumimoji="1" lang="en-US" altLang="ko-KR" sz="2400" dirty="0" err="1">
                <a:solidFill>
                  <a:schemeClr val="bg1"/>
                </a:solidFill>
                <a:latin typeface="+mj-lt"/>
              </a:rPr>
              <a:t>vn</a:t>
            </a:r>
            <a:endParaRPr kumimoji="1" lang="en-US" altLang="ko-KR" sz="24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001035" y="1098870"/>
            <a:ext cx="4488335" cy="58477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kumimoji="1" lang="en-US" altLang="ko-KR" sz="3200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</a:rPr>
              <a:t>K1 </a:t>
            </a:r>
            <a:r>
              <a:rPr kumimoji="1" lang="ko-KR" altLang="en-US" sz="3200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</a:rPr>
              <a:t>특수 </a:t>
            </a:r>
            <a:r>
              <a:rPr kumimoji="1" lang="ko-KR" altLang="en-US" sz="3200" dirty="0" err="1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</a:rPr>
              <a:t>초강력</a:t>
            </a:r>
            <a:r>
              <a:rPr kumimoji="1" lang="ko-KR" altLang="en-US" sz="3200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</a:rPr>
              <a:t> 방수제</a:t>
            </a:r>
            <a:endParaRPr kumimoji="1" lang="en-US" altLang="ko-KR" sz="3200" dirty="0">
              <a:solidFill>
                <a:schemeClr val="bg1"/>
              </a:solidFill>
              <a:latin typeface="페이퍼로지 7 Bold" pitchFamily="2" charset="-127"/>
              <a:ea typeface="페이퍼로지 7 Bold" pitchFamily="2" charset="-127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951727" y="2620238"/>
            <a:ext cx="3862914" cy="3468322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kumimoji="1" lang="en-US" altLang="ko-KR" sz="1400" dirty="0">
                <a:latin typeface="페이퍼로지 5 Medium" pitchFamily="2" charset="-127"/>
                <a:ea typeface="페이퍼로지 5 Medium" pitchFamily="2" charset="-127"/>
              </a:rPr>
              <a:t>K1 </a:t>
            </a:r>
            <a:r>
              <a:rPr kumimoji="1" lang="ko-KR" altLang="en-US" sz="1400" dirty="0">
                <a:latin typeface="페이퍼로지 5 Medium" pitchFamily="2" charset="-127"/>
                <a:ea typeface="페이퍼로지 5 Medium" pitchFamily="2" charset="-127"/>
              </a:rPr>
              <a:t>방수 제품 소개</a:t>
            </a:r>
            <a:endParaRPr kumimoji="1" lang="en-US" altLang="ko-KR" sz="1400" dirty="0">
              <a:latin typeface="페이퍼로지 5 Medium" pitchFamily="2" charset="-127"/>
              <a:ea typeface="페이퍼로지 5 Medium" pitchFamily="2" charset="-127"/>
            </a:endParaRPr>
          </a:p>
          <a:p>
            <a:pPr>
              <a:lnSpc>
                <a:spcPct val="200000"/>
              </a:lnSpc>
            </a:pPr>
            <a:r>
              <a:rPr kumimoji="1" lang="ko-KR" altLang="en-US" sz="1400" dirty="0">
                <a:latin typeface="페이퍼로지 5 Medium" pitchFamily="2" charset="-127"/>
                <a:ea typeface="페이퍼로지 5 Medium" pitchFamily="2" charset="-127"/>
              </a:rPr>
              <a:t>비전과 사명</a:t>
            </a:r>
            <a:endParaRPr kumimoji="1" lang="en-US" altLang="ko-KR" sz="1400" dirty="0">
              <a:latin typeface="페이퍼로지 5 Medium" pitchFamily="2" charset="-127"/>
              <a:ea typeface="페이퍼로지 5 Medium" pitchFamily="2" charset="-127"/>
            </a:endParaRPr>
          </a:p>
          <a:p>
            <a:pPr>
              <a:lnSpc>
                <a:spcPct val="200000"/>
              </a:lnSpc>
            </a:pPr>
            <a:r>
              <a:rPr kumimoji="1" lang="en-US" altLang="ko-KR" sz="1400" dirty="0">
                <a:latin typeface="페이퍼로지 5 Medium" pitchFamily="2" charset="-127"/>
                <a:ea typeface="페이퍼로지 5 Medium" pitchFamily="2" charset="-127"/>
              </a:rPr>
              <a:t>K1 </a:t>
            </a:r>
            <a:r>
              <a:rPr kumimoji="1" lang="ko-KR" altLang="en-US" sz="1400" dirty="0">
                <a:latin typeface="페이퍼로지 5 Medium" pitchFamily="2" charset="-127"/>
                <a:ea typeface="페이퍼로지 5 Medium" pitchFamily="2" charset="-127"/>
              </a:rPr>
              <a:t>방수 제품 인증서</a:t>
            </a:r>
            <a:endParaRPr kumimoji="1" lang="en-US" altLang="ko-KR" sz="1400" dirty="0">
              <a:latin typeface="페이퍼로지 5 Medium" pitchFamily="2" charset="-127"/>
              <a:ea typeface="페이퍼로지 5 Medium" pitchFamily="2" charset="-127"/>
            </a:endParaRPr>
          </a:p>
          <a:p>
            <a:pPr>
              <a:lnSpc>
                <a:spcPct val="200000"/>
              </a:lnSpc>
            </a:pPr>
            <a:r>
              <a:rPr kumimoji="1" lang="ko-KR" altLang="en-US" sz="1400" dirty="0">
                <a:latin typeface="페이퍼로지 5 Medium" pitchFamily="2" charset="-127"/>
                <a:ea typeface="페이퍼로지 5 Medium" pitchFamily="2" charset="-127"/>
              </a:rPr>
              <a:t>제품 규격과 용량</a:t>
            </a:r>
            <a:endParaRPr kumimoji="1" lang="en-US" altLang="ko-KR" sz="1400" dirty="0">
              <a:latin typeface="페이퍼로지 5 Medium" pitchFamily="2" charset="-127"/>
              <a:ea typeface="페이퍼로지 5 Medium" pitchFamily="2" charset="-127"/>
            </a:endParaRPr>
          </a:p>
          <a:p>
            <a:pPr>
              <a:lnSpc>
                <a:spcPct val="200000"/>
              </a:lnSpc>
            </a:pPr>
            <a:r>
              <a:rPr kumimoji="1" lang="ko-KR" altLang="en-US" sz="1400" dirty="0">
                <a:latin typeface="페이퍼로지 5 Medium" pitchFamily="2" charset="-127"/>
                <a:ea typeface="페이퍼로지 5 Medium" pitchFamily="2" charset="-127"/>
              </a:rPr>
              <a:t>용도와 특성</a:t>
            </a:r>
            <a:endParaRPr kumimoji="1" lang="en-US" altLang="ko-KR" sz="1400" dirty="0">
              <a:latin typeface="페이퍼로지 5 Medium" pitchFamily="2" charset="-127"/>
              <a:ea typeface="페이퍼로지 5 Medium" pitchFamily="2" charset="-127"/>
            </a:endParaRPr>
          </a:p>
          <a:p>
            <a:pPr>
              <a:lnSpc>
                <a:spcPct val="200000"/>
              </a:lnSpc>
            </a:pPr>
            <a:r>
              <a:rPr kumimoji="1" lang="ko-KR" altLang="en-US" sz="1400" dirty="0">
                <a:latin typeface="페이퍼로지 5 Medium" pitchFamily="2" charset="-127"/>
                <a:ea typeface="페이퍼로지 5 Medium" pitchFamily="2" charset="-127"/>
              </a:rPr>
              <a:t>사용 및 시공에 관한 지침서</a:t>
            </a:r>
            <a:endParaRPr kumimoji="1" lang="en-US" altLang="ko-KR" sz="1400" dirty="0">
              <a:latin typeface="페이퍼로지 5 Medium" pitchFamily="2" charset="-127"/>
              <a:ea typeface="페이퍼로지 5 Medium" pitchFamily="2" charset="-127"/>
            </a:endParaRPr>
          </a:p>
          <a:p>
            <a:pPr>
              <a:lnSpc>
                <a:spcPct val="200000"/>
              </a:lnSpc>
            </a:pPr>
            <a:r>
              <a:rPr kumimoji="1" lang="ko-KR" altLang="en-US" sz="1400" dirty="0">
                <a:latin typeface="페이퍼로지 5 Medium" pitchFamily="2" charset="-127"/>
                <a:ea typeface="페이퍼로지 5 Medium" pitchFamily="2" charset="-127"/>
              </a:rPr>
              <a:t>한국 시공사례 내역</a:t>
            </a:r>
            <a:endParaRPr kumimoji="1" lang="en-US" altLang="ko-KR" sz="1400" dirty="0">
              <a:latin typeface="페이퍼로지 5 Medium" pitchFamily="2" charset="-127"/>
              <a:ea typeface="페이퍼로지 5 Medium" pitchFamily="2" charset="-127"/>
            </a:endParaRPr>
          </a:p>
          <a:p>
            <a:pPr>
              <a:lnSpc>
                <a:spcPct val="200000"/>
              </a:lnSpc>
            </a:pPr>
            <a:r>
              <a:rPr kumimoji="1" lang="ko-KR" altLang="en-US" sz="1400" dirty="0">
                <a:latin typeface="페이퍼로지 5 Medium" pitchFamily="2" charset="-127"/>
                <a:ea typeface="페이퍼로지 5 Medium" pitchFamily="2" charset="-127"/>
              </a:rPr>
              <a:t>해외 총판 및 전국 총 판매점</a:t>
            </a:r>
          </a:p>
        </p:txBody>
      </p:sp>
      <p:cxnSp>
        <p:nvCxnSpPr>
          <p:cNvPr id="14" name="직선 연결선[R] 13">
            <a:extLst>
              <a:ext uri="{FF2B5EF4-FFF2-40B4-BE49-F238E27FC236}">
                <a16:creationId xmlns:a16="http://schemas.microsoft.com/office/drawing/2014/main" id="{EA79DFE3-8105-444F-9E9D-508DF37C3D8F}"/>
              </a:ext>
            </a:extLst>
          </p:cNvPr>
          <p:cNvCxnSpPr>
            <a:cxnSpLocks/>
          </p:cNvCxnSpPr>
          <p:nvPr/>
        </p:nvCxnSpPr>
        <p:spPr>
          <a:xfrm flipH="1">
            <a:off x="6030752" y="6293018"/>
            <a:ext cx="5330729" cy="0"/>
          </a:xfrm>
          <a:prstGeom prst="line">
            <a:avLst/>
          </a:prstGeom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498567" y="2620238"/>
            <a:ext cx="3862914" cy="353943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r">
              <a:lnSpc>
                <a:spcPct val="200000"/>
              </a:lnSpc>
            </a:pPr>
            <a:r>
              <a:rPr kumimoji="1" lang="en-US" altLang="ko-KR" sz="1400" dirty="0">
                <a:solidFill>
                  <a:srgbClr val="C00000"/>
                </a:solidFill>
                <a:latin typeface="페이퍼로지 7 Bold" pitchFamily="2" charset="-127"/>
                <a:ea typeface="페이퍼로지 7 Bold" pitchFamily="2" charset="-127"/>
              </a:rPr>
              <a:t>03</a:t>
            </a:r>
          </a:p>
          <a:p>
            <a:pPr algn="r">
              <a:lnSpc>
                <a:spcPct val="200000"/>
              </a:lnSpc>
            </a:pPr>
            <a:r>
              <a:rPr kumimoji="1" lang="en-US" altLang="ko-KR" sz="1400" dirty="0">
                <a:solidFill>
                  <a:srgbClr val="C00000"/>
                </a:solidFill>
                <a:latin typeface="페이퍼로지 7 Bold" pitchFamily="2" charset="-127"/>
                <a:ea typeface="페이퍼로지 7 Bold" pitchFamily="2" charset="-127"/>
              </a:rPr>
              <a:t>04</a:t>
            </a:r>
          </a:p>
          <a:p>
            <a:pPr algn="r">
              <a:lnSpc>
                <a:spcPct val="200000"/>
              </a:lnSpc>
            </a:pPr>
            <a:r>
              <a:rPr kumimoji="1" lang="en-US" altLang="ko-KR" sz="1400" dirty="0">
                <a:solidFill>
                  <a:srgbClr val="C00000"/>
                </a:solidFill>
                <a:latin typeface="페이퍼로지 7 Bold" pitchFamily="2" charset="-127"/>
                <a:ea typeface="페이퍼로지 7 Bold" pitchFamily="2" charset="-127"/>
              </a:rPr>
              <a:t>06</a:t>
            </a:r>
          </a:p>
          <a:p>
            <a:pPr algn="r">
              <a:lnSpc>
                <a:spcPct val="200000"/>
              </a:lnSpc>
            </a:pPr>
            <a:r>
              <a:rPr kumimoji="1" lang="en-US" altLang="ko-KR" sz="1400" dirty="0">
                <a:solidFill>
                  <a:srgbClr val="C00000"/>
                </a:solidFill>
                <a:latin typeface="페이퍼로지 7 Bold" pitchFamily="2" charset="-127"/>
                <a:ea typeface="페이퍼로지 7 Bold" pitchFamily="2" charset="-127"/>
              </a:rPr>
              <a:t>07</a:t>
            </a:r>
          </a:p>
          <a:p>
            <a:pPr algn="r">
              <a:lnSpc>
                <a:spcPct val="200000"/>
              </a:lnSpc>
            </a:pPr>
            <a:r>
              <a:rPr kumimoji="1" lang="en-US" altLang="ko-KR" sz="1400" dirty="0">
                <a:solidFill>
                  <a:srgbClr val="C00000"/>
                </a:solidFill>
                <a:latin typeface="페이퍼로지 7 Bold" pitchFamily="2" charset="-127"/>
                <a:ea typeface="페이퍼로지 7 Bold" pitchFamily="2" charset="-127"/>
              </a:rPr>
              <a:t>08</a:t>
            </a:r>
          </a:p>
          <a:p>
            <a:pPr algn="r">
              <a:lnSpc>
                <a:spcPct val="200000"/>
              </a:lnSpc>
            </a:pPr>
            <a:r>
              <a:rPr kumimoji="1" lang="en-US" altLang="ko-KR" sz="1400" dirty="0">
                <a:solidFill>
                  <a:srgbClr val="C00000"/>
                </a:solidFill>
                <a:latin typeface="페이퍼로지 7 Bold" pitchFamily="2" charset="-127"/>
                <a:ea typeface="페이퍼로지 7 Bold" pitchFamily="2" charset="-127"/>
              </a:rPr>
              <a:t>09</a:t>
            </a:r>
          </a:p>
          <a:p>
            <a:pPr algn="r">
              <a:lnSpc>
                <a:spcPct val="200000"/>
              </a:lnSpc>
            </a:pPr>
            <a:r>
              <a:rPr kumimoji="1" lang="en-US" altLang="ko-KR" sz="1400" dirty="0">
                <a:solidFill>
                  <a:srgbClr val="C00000"/>
                </a:solidFill>
                <a:latin typeface="페이퍼로지 7 Bold" pitchFamily="2" charset="-127"/>
                <a:ea typeface="페이퍼로지 7 Bold" pitchFamily="2" charset="-127"/>
              </a:rPr>
              <a:t>11</a:t>
            </a:r>
          </a:p>
          <a:p>
            <a:pPr algn="r">
              <a:lnSpc>
                <a:spcPct val="200000"/>
              </a:lnSpc>
            </a:pPr>
            <a:r>
              <a:rPr kumimoji="1" lang="en-US" altLang="ko-KR" sz="1400" dirty="0">
                <a:solidFill>
                  <a:srgbClr val="C00000"/>
                </a:solidFill>
                <a:latin typeface="페이퍼로지 7 Bold" pitchFamily="2" charset="-127"/>
                <a:ea typeface="페이퍼로지 7 Bold" pitchFamily="2" charset="-127"/>
              </a:rPr>
              <a:t>13</a:t>
            </a:r>
            <a:endParaRPr kumimoji="1" lang="ko-KR" altLang="en-US" sz="1400" dirty="0">
              <a:solidFill>
                <a:srgbClr val="C00000"/>
              </a:solidFill>
              <a:latin typeface="페이퍼로지 7 Bold" pitchFamily="2" charset="-127"/>
              <a:ea typeface="페이퍼로지 7 Bold" pitchFamily="2" charset="-127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001036" y="1671841"/>
            <a:ext cx="4488335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kumimoji="1" lang="ko-KR" altLang="en-US" dirty="0">
                <a:solidFill>
                  <a:schemeClr val="bg1"/>
                </a:solidFill>
                <a:latin typeface="페이퍼로지 5 Medium" pitchFamily="2" charset="-127"/>
                <a:ea typeface="페이퍼로지 5 Medium" pitchFamily="2" charset="-127"/>
              </a:rPr>
              <a:t>친환경 </a:t>
            </a:r>
            <a:r>
              <a:rPr kumimoji="1" lang="en-US" altLang="ko-KR" dirty="0">
                <a:solidFill>
                  <a:schemeClr val="bg1"/>
                </a:solidFill>
                <a:latin typeface="페이퍼로지 5 Medium" pitchFamily="2" charset="-127"/>
                <a:ea typeface="페이퍼로지 5 Medium" pitchFamily="2" charset="-127"/>
              </a:rPr>
              <a:t>· </a:t>
            </a:r>
            <a:r>
              <a:rPr kumimoji="1" lang="ko-KR" altLang="en-US" dirty="0">
                <a:solidFill>
                  <a:schemeClr val="bg1"/>
                </a:solidFill>
                <a:latin typeface="페이퍼로지 5 Medium" pitchFamily="2" charset="-127"/>
                <a:ea typeface="페이퍼로지 5 Medium" pitchFamily="2" charset="-127"/>
              </a:rPr>
              <a:t>방수 </a:t>
            </a:r>
            <a:r>
              <a:rPr kumimoji="1" lang="en-US" altLang="ko-KR" dirty="0">
                <a:solidFill>
                  <a:schemeClr val="bg1"/>
                </a:solidFill>
                <a:latin typeface="페이퍼로지 5 Medium" pitchFamily="2" charset="-127"/>
                <a:ea typeface="페이퍼로지 5 Medium" pitchFamily="2" charset="-127"/>
              </a:rPr>
              <a:t>· </a:t>
            </a:r>
            <a:r>
              <a:rPr kumimoji="1" lang="ko-KR" altLang="en-US" dirty="0">
                <a:solidFill>
                  <a:schemeClr val="bg1"/>
                </a:solidFill>
                <a:latin typeface="페이퍼로지 5 Medium" pitchFamily="2" charset="-127"/>
                <a:ea typeface="페이퍼로지 5 Medium" pitchFamily="2" charset="-127"/>
              </a:rPr>
              <a:t>몰탈 </a:t>
            </a:r>
            <a:r>
              <a:rPr kumimoji="1" lang="en-US" altLang="ko-KR" dirty="0">
                <a:solidFill>
                  <a:schemeClr val="bg1"/>
                </a:solidFill>
                <a:latin typeface="페이퍼로지 5 Medium" pitchFamily="2" charset="-127"/>
                <a:ea typeface="페이퍼로지 5 Medium" pitchFamily="2" charset="-127"/>
              </a:rPr>
              <a:t>· </a:t>
            </a:r>
            <a:r>
              <a:rPr kumimoji="1" lang="ko-KR" altLang="en-US" dirty="0" err="1">
                <a:solidFill>
                  <a:schemeClr val="bg1"/>
                </a:solidFill>
                <a:latin typeface="페이퍼로지 5 Medium" pitchFamily="2" charset="-127"/>
                <a:ea typeface="페이퍼로지 5 Medium" pitchFamily="2" charset="-127"/>
              </a:rPr>
              <a:t>바닥제</a:t>
            </a:r>
            <a:endParaRPr kumimoji="1" lang="en-US" altLang="ko-KR" dirty="0">
              <a:solidFill>
                <a:schemeClr val="bg1"/>
              </a:solidFill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32D7CC27-181C-704F-8CBC-786892887EC3}"/>
              </a:ext>
            </a:extLst>
          </p:cNvPr>
          <p:cNvSpPr/>
          <p:nvPr/>
        </p:nvSpPr>
        <p:spPr>
          <a:xfrm>
            <a:off x="4017168" y="2"/>
            <a:ext cx="1650206" cy="752473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x-none" altLang="en-US"/>
          </a:p>
        </p:txBody>
      </p:sp>
    </p:spTree>
    <p:extLst>
      <p:ext uri="{BB962C8B-B14F-4D97-AF65-F5344CB8AC3E}">
        <p14:creationId xmlns:p14="http://schemas.microsoft.com/office/powerpoint/2010/main" val="29823559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모서리가 둥근 직사각형 35"/>
          <p:cNvSpPr/>
          <p:nvPr/>
        </p:nvSpPr>
        <p:spPr>
          <a:xfrm>
            <a:off x="589100" y="0"/>
            <a:ext cx="2109788" cy="1695452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E00F73A0-1561-1B40-86AE-5D7B0B5A4953}"/>
              </a:ext>
            </a:extLst>
          </p:cNvPr>
          <p:cNvSpPr/>
          <p:nvPr/>
        </p:nvSpPr>
        <p:spPr>
          <a:xfrm>
            <a:off x="0" y="0"/>
            <a:ext cx="12192000" cy="28575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x-none" altLang="en-US"/>
          </a:p>
        </p:txBody>
      </p:sp>
      <p:sp>
        <p:nvSpPr>
          <p:cNvPr id="5" name="TextBox 4"/>
          <p:cNvSpPr txBox="1"/>
          <p:nvPr/>
        </p:nvSpPr>
        <p:spPr>
          <a:xfrm>
            <a:off x="499962" y="2124611"/>
            <a:ext cx="5367438" cy="132343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kumimoji="1" lang="en-US" altLang="ko-KR" sz="4000" dirty="0">
                <a:solidFill>
                  <a:srgbClr val="C00000"/>
                </a:solidFill>
                <a:latin typeface="페이퍼로지 7 Bold" pitchFamily="2" charset="-127"/>
                <a:ea typeface="페이퍼로지 7 Bold" pitchFamily="2" charset="-127"/>
              </a:rPr>
              <a:t>K1 </a:t>
            </a:r>
            <a:r>
              <a:rPr kumimoji="1" lang="ko-KR" altLang="en-US" sz="4000" dirty="0">
                <a:solidFill>
                  <a:srgbClr val="C00000"/>
                </a:solidFill>
                <a:latin typeface="페이퍼로지 7 Bold" pitchFamily="2" charset="-127"/>
                <a:ea typeface="페이퍼로지 7 Bold" pitchFamily="2" charset="-127"/>
              </a:rPr>
              <a:t>특수 방수제</a:t>
            </a:r>
            <a:endParaRPr kumimoji="1" lang="en-US" altLang="ko-KR" sz="4000" dirty="0">
              <a:solidFill>
                <a:srgbClr val="C00000"/>
              </a:solidFill>
              <a:latin typeface="페이퍼로지 7 Bold" pitchFamily="2" charset="-127"/>
              <a:ea typeface="페이퍼로지 7 Bold" pitchFamily="2" charset="-127"/>
            </a:endParaRPr>
          </a:p>
          <a:p>
            <a:r>
              <a:rPr kumimoji="1" lang="ko-KR" altLang="en-US" sz="4000" dirty="0">
                <a:latin typeface="페이퍼로지 7 Bold" pitchFamily="2" charset="-127"/>
                <a:ea typeface="페이퍼로지 7 Bold" pitchFamily="2" charset="-127"/>
              </a:rPr>
              <a:t>제품 소개</a:t>
            </a:r>
            <a:endParaRPr kumimoji="1" lang="en-US" altLang="ko-KR" sz="4000" dirty="0">
              <a:latin typeface="페이퍼로지 7 Bold" pitchFamily="2" charset="-127"/>
              <a:ea typeface="페이퍼로지 7 Bold" pitchFamily="2" charset="-127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99962" y="3733482"/>
            <a:ext cx="5808900" cy="2462213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kumimoji="1"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K1</a:t>
            </a:r>
            <a:r>
              <a:rPr kumimoji="1"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은 탄성 방수 </a:t>
            </a:r>
            <a:r>
              <a:rPr kumimoji="1" lang="ko-KR" altLang="en-US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컴파운드를</a:t>
            </a:r>
            <a:r>
              <a:rPr kumimoji="1"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 사용하도록 설계된 내부 외부 겸용 제품입니다</a:t>
            </a:r>
            <a:r>
              <a:rPr kumimoji="1"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.</a:t>
            </a:r>
          </a:p>
          <a:p>
            <a:r>
              <a:rPr kumimoji="1"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열 에너지 반사 및 방수기능으로 여름철 에너지 절약 효과가 있습니다</a:t>
            </a:r>
            <a:r>
              <a:rPr kumimoji="1"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.</a:t>
            </a:r>
          </a:p>
          <a:p>
            <a:r>
              <a:rPr kumimoji="1"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기본적으로 특수 안료를 사용하여 실내온도 상승을 방지</a:t>
            </a:r>
            <a:r>
              <a:rPr kumimoji="1"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, </a:t>
            </a:r>
            <a:r>
              <a:rPr kumimoji="1"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방수성 및 내한성</a:t>
            </a:r>
          </a:p>
          <a:p>
            <a:r>
              <a:rPr kumimoji="1"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효과가 좋고 건물의 내부 구조는 고강도</a:t>
            </a:r>
            <a:r>
              <a:rPr kumimoji="1"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, </a:t>
            </a:r>
            <a:r>
              <a:rPr kumimoji="1"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내구성 및 접착력으로 향상됩니다</a:t>
            </a:r>
            <a:r>
              <a:rPr kumimoji="1"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.</a:t>
            </a:r>
          </a:p>
          <a:p>
            <a:endParaRPr kumimoji="1" lang="en-US" altLang="ko-KR" sz="1400" dirty="0">
              <a:solidFill>
                <a:schemeClr val="tx1">
                  <a:lumMod val="75000"/>
                  <a:lumOff val="25000"/>
                </a:schemeClr>
              </a:solidFill>
              <a:latin typeface="페이퍼로지 4 Regular" pitchFamily="2" charset="-127"/>
              <a:ea typeface="페이퍼로지 4 Regular" pitchFamily="2" charset="-127"/>
            </a:endParaRPr>
          </a:p>
          <a:p>
            <a:r>
              <a:rPr kumimoji="1"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타사는 </a:t>
            </a:r>
            <a:r>
              <a:rPr kumimoji="1" lang="ko-KR" altLang="en-US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이액형</a:t>
            </a:r>
            <a:r>
              <a:rPr kumimoji="1"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 즉</a:t>
            </a:r>
            <a:r>
              <a:rPr kumimoji="1"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, </a:t>
            </a:r>
            <a:r>
              <a:rPr kumimoji="1"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주제와 </a:t>
            </a:r>
            <a:r>
              <a:rPr kumimoji="1" lang="ko-KR" altLang="en-US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경화제를</a:t>
            </a:r>
            <a:r>
              <a:rPr kumimoji="1"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 별도로 혼합하여 경화시켜 사용하는 반면 </a:t>
            </a:r>
            <a:endParaRPr kumimoji="1" lang="en-US" altLang="ko-KR" sz="1400" dirty="0">
              <a:solidFill>
                <a:schemeClr val="tx1">
                  <a:lumMod val="75000"/>
                  <a:lumOff val="25000"/>
                </a:schemeClr>
              </a:solidFill>
              <a:latin typeface="페이퍼로지 4 Regular" pitchFamily="2" charset="-127"/>
              <a:ea typeface="페이퍼로지 4 Regular" pitchFamily="2" charset="-127"/>
            </a:endParaRPr>
          </a:p>
          <a:p>
            <a:r>
              <a:rPr kumimoji="1"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K1 </a:t>
            </a:r>
            <a:r>
              <a:rPr kumimoji="1"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제품은 </a:t>
            </a:r>
            <a:r>
              <a:rPr kumimoji="1" lang="ko-KR" altLang="en-US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일액형</a:t>
            </a:r>
            <a:r>
              <a:rPr kumimoji="1"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 경화제등 전 성분이 하나의 패키지로 되어 있는 제품입니다</a:t>
            </a:r>
            <a:r>
              <a:rPr kumimoji="1"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.</a:t>
            </a:r>
          </a:p>
          <a:p>
            <a:r>
              <a:rPr kumimoji="1"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친환경 제품이라는 장점도 갖고 있습니다</a:t>
            </a:r>
            <a:r>
              <a:rPr kumimoji="1"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.</a:t>
            </a:r>
          </a:p>
          <a:p>
            <a:endParaRPr kumimoji="1" lang="en-US" altLang="ko-KR" sz="1400" dirty="0">
              <a:solidFill>
                <a:schemeClr val="tx1">
                  <a:lumMod val="75000"/>
                  <a:lumOff val="25000"/>
                </a:schemeClr>
              </a:solidFill>
              <a:latin typeface="페이퍼로지 4 Regular" pitchFamily="2" charset="-127"/>
              <a:ea typeface="페이퍼로지 4 Regular" pitchFamily="2" charset="-127"/>
            </a:endParaRPr>
          </a:p>
          <a:p>
            <a:r>
              <a:rPr kumimoji="1"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제품의 핵심경쟁력은 탄력성이 높고 큰 균열을 커버하며 </a:t>
            </a:r>
            <a:r>
              <a:rPr kumimoji="1"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300%</a:t>
            </a:r>
            <a:r>
              <a:rPr kumimoji="1"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까지 </a:t>
            </a:r>
            <a:endParaRPr kumimoji="1" lang="en-US" altLang="ko-KR" sz="1400" dirty="0">
              <a:solidFill>
                <a:schemeClr val="tx1">
                  <a:lumMod val="75000"/>
                  <a:lumOff val="25000"/>
                </a:schemeClr>
              </a:solidFill>
              <a:latin typeface="페이퍼로지 4 Regular" pitchFamily="2" charset="-127"/>
              <a:ea typeface="페이퍼로지 4 Regular" pitchFamily="2" charset="-127"/>
            </a:endParaRPr>
          </a:p>
          <a:p>
            <a:r>
              <a:rPr kumimoji="1"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높은 탄성을 보인다는 것입니다</a:t>
            </a:r>
            <a:r>
              <a:rPr kumimoji="1"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8621" y="689403"/>
            <a:ext cx="1212092" cy="83099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kumimoji="1" lang="en-US" altLang="ko-KR" sz="2400" dirty="0">
                <a:solidFill>
                  <a:schemeClr val="bg1"/>
                </a:solidFill>
                <a:latin typeface="+mj-lt"/>
              </a:rPr>
              <a:t>best</a:t>
            </a:r>
          </a:p>
          <a:p>
            <a:r>
              <a:rPr kumimoji="1" lang="en-US" altLang="ko-KR" sz="2400" dirty="0">
                <a:solidFill>
                  <a:schemeClr val="bg1"/>
                </a:solidFill>
                <a:latin typeface="+mj-lt"/>
              </a:rPr>
              <a:t>Winner </a:t>
            </a:r>
            <a:r>
              <a:rPr kumimoji="1" lang="en-US" altLang="ko-KR" sz="2400" dirty="0" err="1">
                <a:solidFill>
                  <a:schemeClr val="bg1"/>
                </a:solidFill>
                <a:latin typeface="+mj-lt"/>
              </a:rPr>
              <a:t>vn</a:t>
            </a:r>
            <a:endParaRPr kumimoji="1" lang="en-US" altLang="ko-KR" sz="2400" dirty="0">
              <a:solidFill>
                <a:schemeClr val="bg1"/>
              </a:solidFill>
              <a:latin typeface="+mj-lt"/>
            </a:endParaRPr>
          </a:p>
        </p:txBody>
      </p:sp>
      <p:pic>
        <p:nvPicPr>
          <p:cNvPr id="52" name="그림 5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7474" y="285750"/>
            <a:ext cx="5534526" cy="6572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39946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그림 개체 틀 47"/>
          <p:cNvPicPr>
            <a:picLocks noGrp="1" noChangeAspect="1"/>
          </p:cNvPicPr>
          <p:nvPr>
            <p:ph type="pic" sz="quarter" idx="24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372" r="23372"/>
          <a:stretch>
            <a:fillRect/>
          </a:stretch>
        </p:blipFill>
        <p:spPr>
          <a:xfrm>
            <a:off x="8048624" y="1962149"/>
            <a:ext cx="3286126" cy="3471863"/>
          </a:xfrm>
        </p:spPr>
      </p:pic>
      <p:sp>
        <p:nvSpPr>
          <p:cNvPr id="27" name="모서리가 둥근 직사각형 26"/>
          <p:cNvSpPr/>
          <p:nvPr/>
        </p:nvSpPr>
        <p:spPr>
          <a:xfrm>
            <a:off x="8048621" y="4925581"/>
            <a:ext cx="3286126" cy="1424525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4ABC6D97-9F39-EC42-B68B-877BCCE703E3}"/>
              </a:ext>
            </a:extLst>
          </p:cNvPr>
          <p:cNvSpPr/>
          <p:nvPr/>
        </p:nvSpPr>
        <p:spPr>
          <a:xfrm>
            <a:off x="8048623" y="4927186"/>
            <a:ext cx="3286126" cy="1006889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x-none" altLang="en-US">
              <a:solidFill>
                <a:schemeClr val="bg2"/>
              </a:solidFill>
            </a:endParaRPr>
          </a:p>
        </p:txBody>
      </p:sp>
      <p:pic>
        <p:nvPicPr>
          <p:cNvPr id="14" name="그림 개체 틀 13"/>
          <p:cNvPicPr>
            <a:picLocks noGrp="1" noChangeAspect="1"/>
          </p:cNvPicPr>
          <p:nvPr>
            <p:ph type="pic" sz="quarter" idx="2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470" r="21470"/>
          <a:stretch>
            <a:fillRect/>
          </a:stretch>
        </p:blipFill>
        <p:spPr>
          <a:xfrm>
            <a:off x="4452938" y="1962149"/>
            <a:ext cx="3286126" cy="3471863"/>
          </a:xfrm>
        </p:spPr>
      </p:pic>
      <p:sp>
        <p:nvSpPr>
          <p:cNvPr id="25" name="모서리가 둥근 직사각형 24"/>
          <p:cNvSpPr/>
          <p:nvPr/>
        </p:nvSpPr>
        <p:spPr>
          <a:xfrm>
            <a:off x="4452938" y="4925581"/>
            <a:ext cx="3286126" cy="1424525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4ABC6D97-9F39-EC42-B68B-877BCCE703E3}"/>
              </a:ext>
            </a:extLst>
          </p:cNvPr>
          <p:cNvSpPr/>
          <p:nvPr/>
        </p:nvSpPr>
        <p:spPr>
          <a:xfrm>
            <a:off x="4452940" y="4927186"/>
            <a:ext cx="3286126" cy="1006889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x-none" altLang="en-US">
              <a:solidFill>
                <a:schemeClr val="bg2"/>
              </a:solidFill>
            </a:endParaRPr>
          </a:p>
        </p:txBody>
      </p:sp>
      <p:pic>
        <p:nvPicPr>
          <p:cNvPr id="5" name="그림 개체 틀 4"/>
          <p:cNvPicPr>
            <a:picLocks noGrp="1" noChangeAspect="1"/>
          </p:cNvPicPr>
          <p:nvPr>
            <p:ph type="pic" sz="quarter" idx="25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529" r="18529"/>
          <a:stretch>
            <a:fillRect/>
          </a:stretch>
        </p:blipFill>
        <p:spPr>
          <a:xfrm>
            <a:off x="857249" y="1962149"/>
            <a:ext cx="3286126" cy="3471863"/>
          </a:xfrm>
        </p:spPr>
      </p:pic>
      <p:sp>
        <p:nvSpPr>
          <p:cNvPr id="23" name="모서리가 둥근 직사각형 22"/>
          <p:cNvSpPr/>
          <p:nvPr/>
        </p:nvSpPr>
        <p:spPr>
          <a:xfrm>
            <a:off x="857249" y="4925581"/>
            <a:ext cx="3286126" cy="1424525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4ABC6D97-9F39-EC42-B68B-877BCCE703E3}"/>
              </a:ext>
            </a:extLst>
          </p:cNvPr>
          <p:cNvSpPr/>
          <p:nvPr/>
        </p:nvSpPr>
        <p:spPr>
          <a:xfrm>
            <a:off x="857251" y="4927186"/>
            <a:ext cx="3286126" cy="1006889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x-none" altLang="en-US">
              <a:solidFill>
                <a:schemeClr val="bg2"/>
              </a:solidFill>
            </a:endParaRPr>
          </a:p>
        </p:txBody>
      </p:sp>
      <p:grpSp>
        <p:nvGrpSpPr>
          <p:cNvPr id="20" name="그룹 19"/>
          <p:cNvGrpSpPr/>
          <p:nvPr/>
        </p:nvGrpSpPr>
        <p:grpSpPr>
          <a:xfrm>
            <a:off x="1400229" y="5073807"/>
            <a:ext cx="2200167" cy="1140267"/>
            <a:chOff x="8591602" y="5322963"/>
            <a:chExt cx="2200167" cy="1140267"/>
          </a:xfrm>
        </p:grpSpPr>
        <p:sp>
          <p:nvSpPr>
            <p:cNvPr id="21" name="TextBox 20"/>
            <p:cNvSpPr txBox="1"/>
            <p:nvPr/>
          </p:nvSpPr>
          <p:spPr>
            <a:xfrm>
              <a:off x="8591602" y="5322963"/>
              <a:ext cx="2200167" cy="4001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ko-KR" altLang="en-US" sz="2000" dirty="0">
                  <a:solidFill>
                    <a:schemeClr val="bg1"/>
                  </a:solidFill>
                  <a:latin typeface="페이퍼로지 7 Bold" pitchFamily="2" charset="-127"/>
                  <a:ea typeface="페이퍼로지 7 Bold" pitchFamily="2" charset="-127"/>
                </a:rPr>
                <a:t>지속시간 </a:t>
              </a:r>
              <a:r>
                <a:rPr kumimoji="1" lang="en-US" altLang="ko-KR" sz="2000" dirty="0">
                  <a:solidFill>
                    <a:schemeClr val="bg1"/>
                  </a:solidFill>
                  <a:latin typeface="페이퍼로지 7 Bold" pitchFamily="2" charset="-127"/>
                  <a:ea typeface="페이퍼로지 7 Bold" pitchFamily="2" charset="-127"/>
                </a:rPr>
                <a:t>10</a:t>
              </a:r>
              <a:r>
                <a:rPr kumimoji="1" lang="ko-KR" altLang="en-US" sz="2000" dirty="0">
                  <a:solidFill>
                    <a:schemeClr val="bg1"/>
                  </a:solidFill>
                  <a:latin typeface="페이퍼로지 7 Bold" pitchFamily="2" charset="-127"/>
                  <a:ea typeface="페이퍼로지 7 Bold" pitchFamily="2" charset="-127"/>
                </a:rPr>
                <a:t>년</a:t>
              </a: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8591602" y="5724566"/>
              <a:ext cx="2200167" cy="73866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ko-KR" sz="1400" dirty="0">
                  <a:solidFill>
                    <a:schemeClr val="bg1"/>
                  </a:solidFill>
                  <a:latin typeface="페이퍼로지 5 Medium" pitchFamily="2" charset="-127"/>
                  <a:ea typeface="페이퍼로지 5 Medium" pitchFamily="2" charset="-127"/>
                </a:rPr>
                <a:t>10</a:t>
              </a:r>
              <a:r>
                <a:rPr kumimoji="1" lang="ko-KR" altLang="en-US" sz="1400" dirty="0">
                  <a:solidFill>
                    <a:schemeClr val="bg1"/>
                  </a:solidFill>
                  <a:latin typeface="페이퍼로지 5 Medium" pitchFamily="2" charset="-127"/>
                  <a:ea typeface="페이퍼로지 5 Medium" pitchFamily="2" charset="-127"/>
                </a:rPr>
                <a:t>년을 보장하는 </a:t>
              </a:r>
              <a:endParaRPr kumimoji="1" lang="en-US" altLang="ko-KR" sz="1400" dirty="0">
                <a:solidFill>
                  <a:schemeClr val="bg1"/>
                </a:solidFill>
                <a:latin typeface="페이퍼로지 5 Medium" pitchFamily="2" charset="-127"/>
                <a:ea typeface="페이퍼로지 5 Medium" pitchFamily="2" charset="-127"/>
              </a:endParaRPr>
            </a:p>
            <a:p>
              <a:pPr algn="ctr"/>
              <a:r>
                <a:rPr kumimoji="1" lang="ko-KR" altLang="en-US" sz="1400" dirty="0">
                  <a:solidFill>
                    <a:schemeClr val="bg1"/>
                  </a:solidFill>
                  <a:latin typeface="페이퍼로지 5 Medium" pitchFamily="2" charset="-127"/>
                  <a:ea typeface="페이퍼로지 5 Medium" pitchFamily="2" charset="-127"/>
                </a:rPr>
                <a:t>특수 기술력으로</a:t>
              </a:r>
              <a:endParaRPr kumimoji="1" lang="en-US" altLang="ko-KR" sz="1400" dirty="0">
                <a:solidFill>
                  <a:schemeClr val="bg1"/>
                </a:solidFill>
                <a:latin typeface="페이퍼로지 5 Medium" pitchFamily="2" charset="-127"/>
                <a:ea typeface="페이퍼로지 5 Medium" pitchFamily="2" charset="-127"/>
              </a:endParaRPr>
            </a:p>
            <a:p>
              <a:pPr algn="ctr"/>
              <a:r>
                <a:rPr kumimoji="1" lang="ko-KR" altLang="en-US" sz="1400" dirty="0">
                  <a:solidFill>
                    <a:schemeClr val="bg1"/>
                  </a:solidFill>
                  <a:latin typeface="페이퍼로지 5 Medium" pitchFamily="2" charset="-127"/>
                  <a:ea typeface="페이퍼로지 5 Medium" pitchFamily="2" charset="-127"/>
                </a:rPr>
                <a:t>공간을 보호합니다</a:t>
              </a:r>
              <a:r>
                <a:rPr kumimoji="1" lang="en-US" altLang="ko-KR" sz="1400" dirty="0">
                  <a:solidFill>
                    <a:schemeClr val="bg1"/>
                  </a:solidFill>
                  <a:latin typeface="페이퍼로지 5 Medium" pitchFamily="2" charset="-127"/>
                  <a:ea typeface="페이퍼로지 5 Medium" pitchFamily="2" charset="-127"/>
                </a:rPr>
                <a:t>.</a:t>
              </a:r>
            </a:p>
          </p:txBody>
        </p:sp>
      </p:grpSp>
      <p:grpSp>
        <p:nvGrpSpPr>
          <p:cNvPr id="36" name="그룹 35"/>
          <p:cNvGrpSpPr/>
          <p:nvPr/>
        </p:nvGrpSpPr>
        <p:grpSpPr>
          <a:xfrm>
            <a:off x="4995917" y="5073807"/>
            <a:ext cx="2200167" cy="1140267"/>
            <a:chOff x="8591602" y="5322963"/>
            <a:chExt cx="2200167" cy="1140267"/>
          </a:xfrm>
        </p:grpSpPr>
        <p:sp>
          <p:nvSpPr>
            <p:cNvPr id="37" name="TextBox 36"/>
            <p:cNvSpPr txBox="1"/>
            <p:nvPr/>
          </p:nvSpPr>
          <p:spPr>
            <a:xfrm>
              <a:off x="8591602" y="5322963"/>
              <a:ext cx="2200167" cy="4001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ko-KR" altLang="en-US" sz="2000" dirty="0">
                  <a:solidFill>
                    <a:schemeClr val="bg1"/>
                  </a:solidFill>
                  <a:latin typeface="페이퍼로지 7 Bold" pitchFamily="2" charset="-127"/>
                  <a:ea typeface="페이퍼로지 7 Bold" pitchFamily="2" charset="-127"/>
                </a:rPr>
                <a:t>친환경 제품</a:t>
              </a:r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8591602" y="5724566"/>
              <a:ext cx="2200167" cy="73866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ko-KR" altLang="en-US" sz="1400" dirty="0">
                  <a:solidFill>
                    <a:schemeClr val="bg1"/>
                  </a:solidFill>
                  <a:latin typeface="페이퍼로지 5 Medium" pitchFamily="2" charset="-127"/>
                  <a:ea typeface="페이퍼로지 5 Medium" pitchFamily="2" charset="-127"/>
                </a:rPr>
                <a:t>우리는 지속 가능한 기술로</a:t>
              </a:r>
            </a:p>
            <a:p>
              <a:pPr algn="ctr"/>
              <a:r>
                <a:rPr kumimoji="1" lang="ko-KR" altLang="en-US" sz="1400" dirty="0">
                  <a:solidFill>
                    <a:schemeClr val="bg1"/>
                  </a:solidFill>
                  <a:latin typeface="페이퍼로지 5 Medium" pitchFamily="2" charset="-127"/>
                  <a:ea typeface="페이퍼로지 5 Medium" pitchFamily="2" charset="-127"/>
                </a:rPr>
                <a:t>자연과 공존하는 미래를</a:t>
              </a:r>
              <a:endParaRPr kumimoji="1" lang="en-US" altLang="ko-KR" sz="1400" dirty="0">
                <a:solidFill>
                  <a:schemeClr val="bg1"/>
                </a:solidFill>
                <a:latin typeface="페이퍼로지 5 Medium" pitchFamily="2" charset="-127"/>
                <a:ea typeface="페이퍼로지 5 Medium" pitchFamily="2" charset="-127"/>
              </a:endParaRPr>
            </a:p>
            <a:p>
              <a:pPr algn="ctr"/>
              <a:r>
                <a:rPr kumimoji="1" lang="ko-KR" altLang="en-US" sz="1400" dirty="0">
                  <a:solidFill>
                    <a:schemeClr val="bg1"/>
                  </a:solidFill>
                  <a:latin typeface="페이퍼로지 5 Medium" pitchFamily="2" charset="-127"/>
                  <a:ea typeface="페이퍼로지 5 Medium" pitchFamily="2" charset="-127"/>
                </a:rPr>
                <a:t>만들어갑니다</a:t>
              </a:r>
              <a:r>
                <a:rPr kumimoji="1" lang="en-US" altLang="ko-KR" sz="1400" dirty="0">
                  <a:solidFill>
                    <a:schemeClr val="bg1"/>
                  </a:solidFill>
                  <a:latin typeface="페이퍼로지 5 Medium" pitchFamily="2" charset="-127"/>
                  <a:ea typeface="페이퍼로지 5 Medium" pitchFamily="2" charset="-127"/>
                </a:rPr>
                <a:t>.</a:t>
              </a:r>
            </a:p>
          </p:txBody>
        </p:sp>
      </p:grpSp>
      <p:grpSp>
        <p:nvGrpSpPr>
          <p:cNvPr id="44" name="그룹 43"/>
          <p:cNvGrpSpPr/>
          <p:nvPr/>
        </p:nvGrpSpPr>
        <p:grpSpPr>
          <a:xfrm>
            <a:off x="8591603" y="5073807"/>
            <a:ext cx="2200167" cy="1140267"/>
            <a:chOff x="8591602" y="5322963"/>
            <a:chExt cx="2200167" cy="1140267"/>
          </a:xfrm>
        </p:grpSpPr>
        <p:sp>
          <p:nvSpPr>
            <p:cNvPr id="45" name="TextBox 44"/>
            <p:cNvSpPr txBox="1"/>
            <p:nvPr/>
          </p:nvSpPr>
          <p:spPr>
            <a:xfrm>
              <a:off x="8591602" y="5322963"/>
              <a:ext cx="2200167" cy="4001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ko-KR" altLang="en-US" sz="2000" dirty="0">
                  <a:solidFill>
                    <a:schemeClr val="bg1"/>
                  </a:solidFill>
                  <a:latin typeface="페이퍼로지 7 Bold" pitchFamily="2" charset="-127"/>
                  <a:ea typeface="페이퍼로지 7 Bold" pitchFamily="2" charset="-127"/>
                </a:rPr>
                <a:t>한국원료수입</a:t>
              </a:r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8591602" y="5724566"/>
              <a:ext cx="2200167" cy="73866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ko-KR" altLang="en-US" sz="1400" dirty="0">
                  <a:solidFill>
                    <a:schemeClr val="bg1"/>
                  </a:solidFill>
                  <a:latin typeface="페이퍼로지 5 Medium" pitchFamily="2" charset="-127"/>
                  <a:ea typeface="페이퍼로지 5 Medium" pitchFamily="2" charset="-127"/>
                </a:rPr>
                <a:t>글로벌 공급을 구축하여</a:t>
              </a:r>
              <a:r>
                <a:rPr kumimoji="1" lang="en-US" altLang="ko-KR" sz="1400" dirty="0">
                  <a:solidFill>
                    <a:schemeClr val="bg1"/>
                  </a:solidFill>
                  <a:latin typeface="페이퍼로지 5 Medium" pitchFamily="2" charset="-127"/>
                  <a:ea typeface="페이퍼로지 5 Medium" pitchFamily="2" charset="-127"/>
                </a:rPr>
                <a:t>,</a:t>
              </a:r>
            </a:p>
            <a:p>
              <a:pPr algn="ctr"/>
              <a:r>
                <a:rPr kumimoji="1" lang="ko-KR" altLang="en-US" sz="1400" dirty="0">
                  <a:solidFill>
                    <a:schemeClr val="bg1"/>
                  </a:solidFill>
                  <a:latin typeface="페이퍼로지 5 Medium" pitchFamily="2" charset="-127"/>
                  <a:ea typeface="페이퍼로지 5 Medium" pitchFamily="2" charset="-127"/>
                </a:rPr>
                <a:t>원료 수급의 안정성과 품질을 </a:t>
              </a:r>
            </a:p>
            <a:p>
              <a:pPr algn="ctr"/>
              <a:r>
                <a:rPr kumimoji="1" lang="ko-KR" altLang="en-US" sz="1400" dirty="0">
                  <a:solidFill>
                    <a:schemeClr val="bg1"/>
                  </a:solidFill>
                  <a:latin typeface="페이퍼로지 5 Medium" pitchFamily="2" charset="-127"/>
                  <a:ea typeface="페이퍼로지 5 Medium" pitchFamily="2" charset="-127"/>
                </a:rPr>
                <a:t>동시에 실현합니다</a:t>
              </a:r>
              <a:r>
                <a:rPr kumimoji="1" lang="en-US" altLang="ko-KR" sz="1400" dirty="0">
                  <a:solidFill>
                    <a:schemeClr val="bg1"/>
                  </a:solidFill>
                  <a:latin typeface="페이퍼로지 5 Medium" pitchFamily="2" charset="-127"/>
                  <a:ea typeface="페이퍼로지 5 Medium" pitchFamily="2" charset="-127"/>
                </a:rPr>
                <a:t>.</a:t>
              </a:r>
            </a:p>
          </p:txBody>
        </p:sp>
      </p:grpSp>
      <p:sp>
        <p:nvSpPr>
          <p:cNvPr id="56" name="TextBox 55"/>
          <p:cNvSpPr txBox="1"/>
          <p:nvPr/>
        </p:nvSpPr>
        <p:spPr>
          <a:xfrm>
            <a:off x="897218" y="828542"/>
            <a:ext cx="3476210" cy="83099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kumimoji="1" lang="ko-KR" altLang="en-US" sz="4800" dirty="0">
                <a:latin typeface="페이퍼로지 7 Bold" pitchFamily="2" charset="-127"/>
                <a:ea typeface="페이퍼로지 7 Bold" pitchFamily="2" charset="-127"/>
              </a:rPr>
              <a:t>비전과 사명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38627" y="520472"/>
            <a:ext cx="4278108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kumimoji="1" lang="en-US" altLang="ko-KR" sz="2000" dirty="0">
                <a:solidFill>
                  <a:srgbClr val="C00000"/>
                </a:solidFill>
                <a:latin typeface="페이퍼로지 5 Medium" pitchFamily="2" charset="-127"/>
                <a:ea typeface="페이퍼로지 5 Medium" pitchFamily="2" charset="-127"/>
              </a:rPr>
              <a:t>K1 </a:t>
            </a:r>
            <a:r>
              <a:rPr kumimoji="1" lang="ko-KR" altLang="en-US" sz="2000" dirty="0">
                <a:solidFill>
                  <a:srgbClr val="C00000"/>
                </a:solidFill>
                <a:latin typeface="페이퍼로지 5 Medium" pitchFamily="2" charset="-127"/>
                <a:ea typeface="페이퍼로지 5 Medium" pitchFamily="2" charset="-127"/>
              </a:rPr>
              <a:t>특수 </a:t>
            </a:r>
            <a:r>
              <a:rPr kumimoji="1" lang="ko-KR" altLang="en-US" sz="2000" dirty="0" err="1">
                <a:solidFill>
                  <a:srgbClr val="C00000"/>
                </a:solidFill>
                <a:latin typeface="페이퍼로지 5 Medium" pitchFamily="2" charset="-127"/>
                <a:ea typeface="페이퍼로지 5 Medium" pitchFamily="2" charset="-127"/>
              </a:rPr>
              <a:t>초강력</a:t>
            </a:r>
            <a:r>
              <a:rPr kumimoji="1" lang="ko-KR" altLang="en-US" sz="2000" dirty="0">
                <a:solidFill>
                  <a:srgbClr val="C00000"/>
                </a:solidFill>
                <a:latin typeface="페이퍼로지 5 Medium" pitchFamily="2" charset="-127"/>
                <a:ea typeface="페이퍼로지 5 Medium" pitchFamily="2" charset="-127"/>
              </a:rPr>
              <a:t> 방수제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729382" y="720527"/>
            <a:ext cx="5110193" cy="70788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kumimoji="1" lang="ko-KR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물 한 방울도 허용하지 않는 완벽한 차단</a:t>
            </a:r>
            <a:endParaRPr kumimoji="1" lang="en-US" altLang="ko-KR" sz="2000" dirty="0">
              <a:solidFill>
                <a:schemeClr val="tx1">
                  <a:lumMod val="95000"/>
                  <a:lumOff val="5000"/>
                </a:schemeClr>
              </a:solidFill>
              <a:latin typeface="페이퍼로지 4 Regular" pitchFamily="2" charset="-127"/>
              <a:ea typeface="페이퍼로지 4 Regular" pitchFamily="2" charset="-127"/>
            </a:endParaRPr>
          </a:p>
          <a:p>
            <a:r>
              <a:rPr kumimoji="1" lang="ko-KR" altLang="en-US" sz="2000" dirty="0">
                <a:solidFill>
                  <a:srgbClr val="C00000"/>
                </a:solidFill>
                <a:latin typeface="페이퍼로지 7 Bold" pitchFamily="2" charset="-127"/>
                <a:ea typeface="페이퍼로지 7 Bold" pitchFamily="2" charset="-127"/>
              </a:rPr>
              <a:t>특수 방수 기술로 </a:t>
            </a:r>
            <a:r>
              <a:rPr kumimoji="1" lang="en-US" altLang="ko-KR" sz="2000" dirty="0">
                <a:solidFill>
                  <a:srgbClr val="C00000"/>
                </a:solidFill>
                <a:latin typeface="페이퍼로지 7 Bold" pitchFamily="2" charset="-127"/>
                <a:ea typeface="페이퍼로지 7 Bold" pitchFamily="2" charset="-127"/>
              </a:rPr>
              <a:t>10</a:t>
            </a:r>
            <a:r>
              <a:rPr kumimoji="1" lang="ko-KR" altLang="en-US" sz="2000" dirty="0">
                <a:solidFill>
                  <a:srgbClr val="C00000"/>
                </a:solidFill>
                <a:latin typeface="페이퍼로지 7 Bold" pitchFamily="2" charset="-127"/>
                <a:ea typeface="페이퍼로지 7 Bold" pitchFamily="2" charset="-127"/>
              </a:rPr>
              <a:t>년의 안전을 약속</a:t>
            </a:r>
            <a:r>
              <a:rPr kumimoji="1" lang="ko-KR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합니다</a:t>
            </a:r>
            <a:r>
              <a:rPr kumimoji="1" lang="en-US" altLang="ko-KR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.</a:t>
            </a:r>
            <a:endParaRPr kumimoji="1" lang="ko-KR" altLang="en-US" sz="2000" dirty="0">
              <a:solidFill>
                <a:schemeClr val="tx1">
                  <a:lumMod val="95000"/>
                  <a:lumOff val="5000"/>
                </a:schemeClr>
              </a:solidFill>
              <a:latin typeface="페이퍼로지 5 Medium" pitchFamily="2" charset="-127"/>
              <a:ea typeface="페이퍼로지 5 Medium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761827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개체 틀 9"/>
          <p:cNvPicPr>
            <a:picLocks noGrp="1" noChangeAspect="1"/>
          </p:cNvPicPr>
          <p:nvPr>
            <p:ph type="pic" sz="quarter" idx="24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609" b="25609"/>
          <a:stretch>
            <a:fillRect/>
          </a:stretch>
        </p:blipFill>
        <p:spPr>
          <a:xfrm>
            <a:off x="8048624" y="1955887"/>
            <a:ext cx="3286126" cy="3471863"/>
          </a:xfrm>
        </p:spPr>
      </p:pic>
      <p:sp>
        <p:nvSpPr>
          <p:cNvPr id="47" name="모서리가 둥근 직사각형 46"/>
          <p:cNvSpPr/>
          <p:nvPr/>
        </p:nvSpPr>
        <p:spPr>
          <a:xfrm>
            <a:off x="8048621" y="4925581"/>
            <a:ext cx="3286126" cy="1424525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4ABC6D97-9F39-EC42-B68B-877BCCE703E3}"/>
              </a:ext>
            </a:extLst>
          </p:cNvPr>
          <p:cNvSpPr/>
          <p:nvPr/>
        </p:nvSpPr>
        <p:spPr>
          <a:xfrm>
            <a:off x="8048623" y="4927186"/>
            <a:ext cx="3286126" cy="1006889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x-none" altLang="en-US">
              <a:solidFill>
                <a:schemeClr val="bg2"/>
              </a:solidFill>
            </a:endParaRPr>
          </a:p>
        </p:txBody>
      </p:sp>
      <p:pic>
        <p:nvPicPr>
          <p:cNvPr id="6" name="그림 개체 틀 5"/>
          <p:cNvPicPr>
            <a:picLocks noGrp="1" noChangeAspect="1"/>
          </p:cNvPicPr>
          <p:nvPr>
            <p:ph type="pic" sz="quarter" idx="2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502" r="18502"/>
          <a:stretch>
            <a:fillRect/>
          </a:stretch>
        </p:blipFill>
        <p:spPr>
          <a:xfrm>
            <a:off x="4452938" y="1955887"/>
            <a:ext cx="3286126" cy="3471863"/>
          </a:xfrm>
        </p:spPr>
      </p:pic>
      <p:sp>
        <p:nvSpPr>
          <p:cNvPr id="41" name="모서리가 둥근 직사각형 40"/>
          <p:cNvSpPr/>
          <p:nvPr/>
        </p:nvSpPr>
        <p:spPr>
          <a:xfrm>
            <a:off x="4452938" y="4925581"/>
            <a:ext cx="3286126" cy="1424525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4ABC6D97-9F39-EC42-B68B-877BCCE703E3}"/>
              </a:ext>
            </a:extLst>
          </p:cNvPr>
          <p:cNvSpPr/>
          <p:nvPr/>
        </p:nvSpPr>
        <p:spPr>
          <a:xfrm>
            <a:off x="4452940" y="4927186"/>
            <a:ext cx="3286126" cy="1006889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x-none" altLang="en-US">
              <a:solidFill>
                <a:schemeClr val="bg2"/>
              </a:solidFill>
            </a:endParaRPr>
          </a:p>
        </p:txBody>
      </p:sp>
      <p:sp>
        <p:nvSpPr>
          <p:cNvPr id="29" name="모서리가 둥근 직사각형 28"/>
          <p:cNvSpPr/>
          <p:nvPr/>
        </p:nvSpPr>
        <p:spPr>
          <a:xfrm>
            <a:off x="857249" y="4925581"/>
            <a:ext cx="3286126" cy="1424525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" name="그림 개체 틀 2"/>
          <p:cNvPicPr>
            <a:picLocks noGrp="1" noChangeAspect="1"/>
          </p:cNvPicPr>
          <p:nvPr>
            <p:ph type="pic" sz="quarter" idx="25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736" r="14736"/>
          <a:stretch>
            <a:fillRect/>
          </a:stretch>
        </p:blipFill>
        <p:spPr>
          <a:xfrm>
            <a:off x="857251" y="1955887"/>
            <a:ext cx="3286126" cy="3471863"/>
          </a:xfrm>
        </p:spPr>
      </p:pic>
      <p:sp>
        <p:nvSpPr>
          <p:cNvPr id="11" name="직사각형 10">
            <a:extLst>
              <a:ext uri="{FF2B5EF4-FFF2-40B4-BE49-F238E27FC236}">
                <a16:creationId xmlns:a16="http://schemas.microsoft.com/office/drawing/2014/main" id="{4ABC6D97-9F39-EC42-B68B-877BCCE703E3}"/>
              </a:ext>
            </a:extLst>
          </p:cNvPr>
          <p:cNvSpPr/>
          <p:nvPr/>
        </p:nvSpPr>
        <p:spPr>
          <a:xfrm>
            <a:off x="857251" y="4927186"/>
            <a:ext cx="3286126" cy="1006889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x-none" altLang="en-US">
              <a:solidFill>
                <a:schemeClr val="bg2"/>
              </a:solidFill>
            </a:endParaRPr>
          </a:p>
        </p:txBody>
      </p:sp>
      <p:grpSp>
        <p:nvGrpSpPr>
          <p:cNvPr id="20" name="그룹 19"/>
          <p:cNvGrpSpPr/>
          <p:nvPr/>
        </p:nvGrpSpPr>
        <p:grpSpPr>
          <a:xfrm>
            <a:off x="1128713" y="5073807"/>
            <a:ext cx="2743201" cy="1140267"/>
            <a:chOff x="8591602" y="5322963"/>
            <a:chExt cx="2200167" cy="1140267"/>
          </a:xfrm>
        </p:grpSpPr>
        <p:sp>
          <p:nvSpPr>
            <p:cNvPr id="21" name="TextBox 20"/>
            <p:cNvSpPr txBox="1"/>
            <p:nvPr/>
          </p:nvSpPr>
          <p:spPr>
            <a:xfrm>
              <a:off x="8591602" y="5322963"/>
              <a:ext cx="2200167" cy="4001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ko-KR" altLang="en-US" sz="2000" dirty="0">
                  <a:solidFill>
                    <a:schemeClr val="bg1"/>
                  </a:solidFill>
                  <a:latin typeface="페이퍼로지 7 Bold" pitchFamily="2" charset="-127"/>
                  <a:ea typeface="페이퍼로지 7 Bold" pitchFamily="2" charset="-127"/>
                </a:rPr>
                <a:t>유일 베트남 생산</a:t>
              </a: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8591602" y="5724566"/>
              <a:ext cx="2200167" cy="73866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ko-KR" altLang="en-US" sz="1400" dirty="0">
                  <a:solidFill>
                    <a:schemeClr val="bg1"/>
                  </a:solidFill>
                  <a:latin typeface="페이퍼로지 4 Regular" pitchFamily="2" charset="-127"/>
                  <a:ea typeface="페이퍼로지 4 Regular" pitchFamily="2" charset="-127"/>
                </a:rPr>
                <a:t>베트남 현지에서 직접 생산하여</a:t>
              </a:r>
              <a:r>
                <a:rPr kumimoji="1" lang="en-US" altLang="ko-KR" sz="1400" dirty="0">
                  <a:solidFill>
                    <a:schemeClr val="bg1"/>
                  </a:solidFill>
                  <a:latin typeface="페이퍼로지 4 Regular" pitchFamily="2" charset="-127"/>
                  <a:ea typeface="페이퍼로지 4 Regular" pitchFamily="2" charset="-127"/>
                </a:rPr>
                <a:t>, </a:t>
              </a:r>
            </a:p>
            <a:p>
              <a:pPr algn="ctr"/>
              <a:r>
                <a:rPr kumimoji="1" lang="ko-KR" altLang="en-US" sz="1400" dirty="0">
                  <a:solidFill>
                    <a:schemeClr val="bg1"/>
                  </a:solidFill>
                  <a:latin typeface="페이퍼로지 4 Regular" pitchFamily="2" charset="-127"/>
                  <a:ea typeface="페이퍼로지 4 Regular" pitchFamily="2" charset="-127"/>
                </a:rPr>
                <a:t>품질은 물론 윤리적 생산과 </a:t>
              </a:r>
            </a:p>
            <a:p>
              <a:pPr algn="ctr"/>
              <a:r>
                <a:rPr kumimoji="1" lang="ko-KR" altLang="en-US" sz="1400" dirty="0">
                  <a:solidFill>
                    <a:schemeClr val="bg1"/>
                  </a:solidFill>
                  <a:latin typeface="페이퍼로지 4 Regular" pitchFamily="2" charset="-127"/>
                  <a:ea typeface="페이퍼로지 4 Regular" pitchFamily="2" charset="-127"/>
                </a:rPr>
                <a:t>지속 가능성까지 책임집니다</a:t>
              </a:r>
              <a:r>
                <a:rPr kumimoji="1" lang="en-US" altLang="ko-KR" sz="1400" dirty="0">
                  <a:solidFill>
                    <a:schemeClr val="bg1"/>
                  </a:solidFill>
                  <a:latin typeface="페이퍼로지 4 Regular" pitchFamily="2" charset="-127"/>
                  <a:ea typeface="페이퍼로지 4 Regular" pitchFamily="2" charset="-127"/>
                </a:rPr>
                <a:t>.</a:t>
              </a:r>
            </a:p>
          </p:txBody>
        </p:sp>
      </p:grpSp>
      <p:sp>
        <p:nvSpPr>
          <p:cNvPr id="23" name="TextBox 22"/>
          <p:cNvSpPr txBox="1"/>
          <p:nvPr/>
        </p:nvSpPr>
        <p:spPr>
          <a:xfrm>
            <a:off x="897218" y="828542"/>
            <a:ext cx="3476210" cy="83099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kumimoji="1" lang="ko-KR" altLang="en-US" sz="4800" dirty="0">
                <a:latin typeface="페이퍼로지 7 Bold" pitchFamily="2" charset="-127"/>
                <a:ea typeface="페이퍼로지 7 Bold" pitchFamily="2" charset="-127"/>
              </a:rPr>
              <a:t>비전과 사명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8627" y="520472"/>
            <a:ext cx="4278108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kumimoji="1" lang="en-US" altLang="ko-KR" sz="2000" dirty="0">
                <a:solidFill>
                  <a:srgbClr val="C00000"/>
                </a:solidFill>
                <a:latin typeface="페이퍼로지 5 Medium" pitchFamily="2" charset="-127"/>
                <a:ea typeface="페이퍼로지 5 Medium" pitchFamily="2" charset="-127"/>
              </a:rPr>
              <a:t>K1 </a:t>
            </a:r>
            <a:r>
              <a:rPr kumimoji="1" lang="ko-KR" altLang="en-US" sz="2000" dirty="0">
                <a:solidFill>
                  <a:srgbClr val="C00000"/>
                </a:solidFill>
                <a:latin typeface="페이퍼로지 5 Medium" pitchFamily="2" charset="-127"/>
                <a:ea typeface="페이퍼로지 5 Medium" pitchFamily="2" charset="-127"/>
              </a:rPr>
              <a:t>특수 </a:t>
            </a:r>
            <a:r>
              <a:rPr kumimoji="1" lang="ko-KR" altLang="en-US" sz="2000" dirty="0" err="1">
                <a:solidFill>
                  <a:srgbClr val="C00000"/>
                </a:solidFill>
                <a:latin typeface="페이퍼로지 5 Medium" pitchFamily="2" charset="-127"/>
                <a:ea typeface="페이퍼로지 5 Medium" pitchFamily="2" charset="-127"/>
              </a:rPr>
              <a:t>초강력</a:t>
            </a:r>
            <a:r>
              <a:rPr kumimoji="1" lang="ko-KR" altLang="en-US" sz="2000" dirty="0">
                <a:solidFill>
                  <a:srgbClr val="C00000"/>
                </a:solidFill>
                <a:latin typeface="페이퍼로지 5 Medium" pitchFamily="2" charset="-127"/>
                <a:ea typeface="페이퍼로지 5 Medium" pitchFamily="2" charset="-127"/>
              </a:rPr>
              <a:t> 방수제</a:t>
            </a:r>
          </a:p>
        </p:txBody>
      </p:sp>
      <p:grpSp>
        <p:nvGrpSpPr>
          <p:cNvPr id="36" name="그룹 35"/>
          <p:cNvGrpSpPr/>
          <p:nvPr/>
        </p:nvGrpSpPr>
        <p:grpSpPr>
          <a:xfrm>
            <a:off x="4724401" y="5073807"/>
            <a:ext cx="2743201" cy="1140267"/>
            <a:chOff x="8591602" y="5322963"/>
            <a:chExt cx="2200167" cy="1140267"/>
          </a:xfrm>
        </p:grpSpPr>
        <p:sp>
          <p:nvSpPr>
            <p:cNvPr id="37" name="TextBox 36"/>
            <p:cNvSpPr txBox="1"/>
            <p:nvPr/>
          </p:nvSpPr>
          <p:spPr>
            <a:xfrm>
              <a:off x="8591602" y="5322963"/>
              <a:ext cx="2200167" cy="70788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ko-KR" sz="2000" dirty="0">
                  <a:solidFill>
                    <a:schemeClr val="bg1"/>
                  </a:solidFill>
                  <a:latin typeface="페이퍼로지 7 Bold" pitchFamily="2" charset="-127"/>
                  <a:ea typeface="페이퍼로지 7 Bold" pitchFamily="2" charset="-127"/>
                </a:rPr>
                <a:t>20</a:t>
              </a:r>
              <a:r>
                <a:rPr kumimoji="1" lang="ko-KR" altLang="en-US" sz="2000" dirty="0">
                  <a:solidFill>
                    <a:schemeClr val="bg1"/>
                  </a:solidFill>
                  <a:latin typeface="페이퍼로지 7 Bold" pitchFamily="2" charset="-127"/>
                  <a:ea typeface="페이퍼로지 7 Bold" pitchFamily="2" charset="-127"/>
                </a:rPr>
                <a:t>년간 한국 출시 제품</a:t>
              </a:r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8591602" y="5724566"/>
              <a:ext cx="2200167" cy="73866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ko-KR" sz="1400" dirty="0">
                  <a:solidFill>
                    <a:schemeClr val="bg1"/>
                  </a:solidFill>
                  <a:latin typeface="페이퍼로지 4 Regular" pitchFamily="2" charset="-127"/>
                  <a:ea typeface="페이퍼로지 4 Regular" pitchFamily="2" charset="-127"/>
                </a:rPr>
                <a:t>20</a:t>
              </a:r>
              <a:r>
                <a:rPr kumimoji="1" lang="ko-KR" altLang="en-US" sz="1400" dirty="0">
                  <a:solidFill>
                    <a:schemeClr val="bg1"/>
                  </a:solidFill>
                  <a:latin typeface="페이퍼로지 4 Regular" pitchFamily="2" charset="-127"/>
                  <a:ea typeface="페이퍼로지 4 Regular" pitchFamily="2" charset="-127"/>
                </a:rPr>
                <a:t>년간 한국 시장에서</a:t>
              </a:r>
              <a:endParaRPr kumimoji="1" lang="en-US" altLang="ko-KR" sz="1400" dirty="0">
                <a:solidFill>
                  <a:schemeClr val="bg1"/>
                </a:solidFill>
                <a:latin typeface="페이퍼로지 4 Regular" pitchFamily="2" charset="-127"/>
                <a:ea typeface="페이퍼로지 4 Regular" pitchFamily="2" charset="-127"/>
              </a:endParaRPr>
            </a:p>
            <a:p>
              <a:pPr algn="ctr"/>
              <a:r>
                <a:rPr kumimoji="1" lang="ko-KR" altLang="en-US" sz="1400" dirty="0">
                  <a:solidFill>
                    <a:schemeClr val="bg1"/>
                  </a:solidFill>
                  <a:latin typeface="페이퍼로지 4 Regular" pitchFamily="2" charset="-127"/>
                  <a:ea typeface="페이퍼로지 4 Regular" pitchFamily="2" charset="-127"/>
                </a:rPr>
                <a:t>검증된 기술력</a:t>
              </a:r>
              <a:r>
                <a:rPr kumimoji="1" lang="en-US" altLang="ko-KR" sz="1400" dirty="0">
                  <a:solidFill>
                    <a:schemeClr val="bg1"/>
                  </a:solidFill>
                  <a:latin typeface="페이퍼로지 4 Regular" pitchFamily="2" charset="-127"/>
                  <a:ea typeface="페이퍼로지 4 Regular" pitchFamily="2" charset="-127"/>
                </a:rPr>
                <a:t>, </a:t>
              </a:r>
              <a:r>
                <a:rPr kumimoji="1" lang="ko-KR" altLang="en-US" sz="1400" dirty="0">
                  <a:solidFill>
                    <a:schemeClr val="bg1"/>
                  </a:solidFill>
                  <a:latin typeface="페이퍼로지 4 Regular" pitchFamily="2" charset="-127"/>
                  <a:ea typeface="페이퍼로지 4 Regular" pitchFamily="2" charset="-127"/>
                </a:rPr>
                <a:t>앞으로도</a:t>
              </a:r>
              <a:endParaRPr kumimoji="1" lang="en-US" altLang="ko-KR" sz="1400" dirty="0">
                <a:solidFill>
                  <a:schemeClr val="bg1"/>
                </a:solidFill>
                <a:latin typeface="페이퍼로지 4 Regular" pitchFamily="2" charset="-127"/>
                <a:ea typeface="페이퍼로지 4 Regular" pitchFamily="2" charset="-127"/>
              </a:endParaRPr>
            </a:p>
            <a:p>
              <a:pPr algn="ctr"/>
              <a:r>
                <a:rPr kumimoji="1" lang="ko-KR" altLang="en-US" sz="1400" dirty="0">
                  <a:solidFill>
                    <a:schemeClr val="bg1"/>
                  </a:solidFill>
                  <a:latin typeface="페이퍼로지 4 Regular" pitchFamily="2" charset="-127"/>
                  <a:ea typeface="페이퍼로지 4 Regular" pitchFamily="2" charset="-127"/>
                </a:rPr>
                <a:t>변함없는 신뢰를 약속합니다</a:t>
              </a:r>
              <a:r>
                <a:rPr kumimoji="1" lang="en-US" altLang="ko-KR" sz="1400" dirty="0">
                  <a:solidFill>
                    <a:schemeClr val="bg1"/>
                  </a:solidFill>
                  <a:latin typeface="페이퍼로지 4 Regular" pitchFamily="2" charset="-127"/>
                  <a:ea typeface="페이퍼로지 4 Regular" pitchFamily="2" charset="-127"/>
                </a:rPr>
                <a:t>.</a:t>
              </a:r>
            </a:p>
          </p:txBody>
        </p:sp>
      </p:grpSp>
      <p:grpSp>
        <p:nvGrpSpPr>
          <p:cNvPr id="44" name="그룹 43"/>
          <p:cNvGrpSpPr/>
          <p:nvPr/>
        </p:nvGrpSpPr>
        <p:grpSpPr>
          <a:xfrm>
            <a:off x="8591603" y="5073807"/>
            <a:ext cx="2200167" cy="1140267"/>
            <a:chOff x="8591602" y="5322963"/>
            <a:chExt cx="2200167" cy="1140267"/>
          </a:xfrm>
        </p:grpSpPr>
        <p:sp>
          <p:nvSpPr>
            <p:cNvPr id="45" name="TextBox 44"/>
            <p:cNvSpPr txBox="1"/>
            <p:nvPr/>
          </p:nvSpPr>
          <p:spPr>
            <a:xfrm>
              <a:off x="8591602" y="5322963"/>
              <a:ext cx="2200167" cy="4001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ko-KR" altLang="en-US" sz="2000" dirty="0" err="1">
                  <a:solidFill>
                    <a:schemeClr val="bg1"/>
                  </a:solidFill>
                  <a:latin typeface="페이퍼로지 7 Bold" pitchFamily="2" charset="-127"/>
                  <a:ea typeface="페이퍼로지 7 Bold" pitchFamily="2" charset="-127"/>
                </a:rPr>
                <a:t>일액형</a:t>
              </a:r>
              <a:r>
                <a:rPr kumimoji="1" lang="ko-KR" altLang="en-US" sz="2000" dirty="0">
                  <a:solidFill>
                    <a:schemeClr val="bg1"/>
                  </a:solidFill>
                  <a:latin typeface="페이퍼로지 7 Bold" pitchFamily="2" charset="-127"/>
                  <a:ea typeface="페이퍼로지 7 Bold" pitchFamily="2" charset="-127"/>
                </a:rPr>
                <a:t> </a:t>
              </a:r>
              <a:r>
                <a:rPr kumimoji="1" lang="ko-KR" altLang="en-US" sz="2000" dirty="0" err="1">
                  <a:solidFill>
                    <a:schemeClr val="bg1"/>
                  </a:solidFill>
                  <a:latin typeface="페이퍼로지 7 Bold" pitchFamily="2" charset="-127"/>
                  <a:ea typeface="페이퍼로지 7 Bold" pitchFamily="2" charset="-127"/>
                </a:rPr>
                <a:t>방수액</a:t>
              </a:r>
              <a:endParaRPr kumimoji="1" lang="ko-KR" altLang="en-US" sz="2000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</a:endParaRPr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8591602" y="5724566"/>
              <a:ext cx="2200167" cy="73866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ko-KR" altLang="en-US" sz="1400" dirty="0" err="1">
                  <a:solidFill>
                    <a:schemeClr val="bg1"/>
                  </a:solidFill>
                  <a:latin typeface="페이퍼로지 4 Regular" pitchFamily="2" charset="-127"/>
                  <a:ea typeface="페이퍼로지 4 Regular" pitchFamily="2" charset="-127"/>
                </a:rPr>
                <a:t>일액형</a:t>
              </a:r>
              <a:r>
                <a:rPr kumimoji="1" lang="ko-KR" altLang="en-US" sz="1400" dirty="0">
                  <a:solidFill>
                    <a:schemeClr val="bg1"/>
                  </a:solidFill>
                  <a:latin typeface="페이퍼로지 4 Regular" pitchFamily="2" charset="-127"/>
                  <a:ea typeface="페이퍼로지 4 Regular" pitchFamily="2" charset="-127"/>
                </a:rPr>
                <a:t> 기술로 누구나 </a:t>
              </a:r>
            </a:p>
            <a:p>
              <a:pPr algn="ctr"/>
              <a:r>
                <a:rPr kumimoji="1" lang="ko-KR" altLang="en-US" sz="1400" dirty="0">
                  <a:solidFill>
                    <a:schemeClr val="bg1"/>
                  </a:solidFill>
                  <a:latin typeface="페이퍼로지 4 Regular" pitchFamily="2" charset="-127"/>
                  <a:ea typeface="페이퍼로지 4 Regular" pitchFamily="2" charset="-127"/>
                </a:rPr>
                <a:t>손쉽게 최고의 방수를</a:t>
              </a:r>
              <a:endParaRPr kumimoji="1" lang="en-US" altLang="ko-KR" sz="1400" dirty="0">
                <a:solidFill>
                  <a:schemeClr val="bg1"/>
                </a:solidFill>
                <a:latin typeface="페이퍼로지 4 Regular" pitchFamily="2" charset="-127"/>
                <a:ea typeface="페이퍼로지 4 Regular" pitchFamily="2" charset="-127"/>
              </a:endParaRPr>
            </a:p>
            <a:p>
              <a:pPr algn="ctr"/>
              <a:r>
                <a:rPr kumimoji="1" lang="ko-KR" altLang="en-US" sz="1400" dirty="0">
                  <a:solidFill>
                    <a:schemeClr val="bg1"/>
                  </a:solidFill>
                  <a:latin typeface="페이퍼로지 4 Regular" pitchFamily="2" charset="-127"/>
                  <a:ea typeface="페이퍼로지 4 Regular" pitchFamily="2" charset="-127"/>
                </a:rPr>
                <a:t>실현합니다</a:t>
              </a:r>
              <a:r>
                <a:rPr kumimoji="1" lang="en-US" altLang="ko-KR" sz="1400" dirty="0">
                  <a:solidFill>
                    <a:schemeClr val="bg1"/>
                  </a:solidFill>
                  <a:latin typeface="페이퍼로지 4 Regular" pitchFamily="2" charset="-127"/>
                  <a:ea typeface="페이퍼로지 4 Regular" pitchFamily="2" charset="-127"/>
                </a:rPr>
                <a:t>.</a:t>
              </a:r>
            </a:p>
          </p:txBody>
        </p:sp>
      </p:grpSp>
      <p:sp>
        <p:nvSpPr>
          <p:cNvPr id="26" name="TextBox 25"/>
          <p:cNvSpPr txBox="1"/>
          <p:nvPr/>
        </p:nvSpPr>
        <p:spPr>
          <a:xfrm>
            <a:off x="6729382" y="720527"/>
            <a:ext cx="5110193" cy="70788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kumimoji="1" lang="ko-KR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물 한 방울도 허용하지 않는 완벽한 차단</a:t>
            </a:r>
            <a:endParaRPr kumimoji="1" lang="en-US" altLang="ko-KR" sz="2000" dirty="0">
              <a:solidFill>
                <a:schemeClr val="tx1">
                  <a:lumMod val="95000"/>
                  <a:lumOff val="5000"/>
                </a:schemeClr>
              </a:solidFill>
              <a:latin typeface="페이퍼로지 4 Regular" pitchFamily="2" charset="-127"/>
              <a:ea typeface="페이퍼로지 4 Regular" pitchFamily="2" charset="-127"/>
            </a:endParaRPr>
          </a:p>
          <a:p>
            <a:r>
              <a:rPr kumimoji="1" lang="ko-KR" altLang="en-US" sz="2000" dirty="0">
                <a:solidFill>
                  <a:srgbClr val="C00000"/>
                </a:solidFill>
                <a:latin typeface="페이퍼로지 7 Bold" pitchFamily="2" charset="-127"/>
                <a:ea typeface="페이퍼로지 7 Bold" pitchFamily="2" charset="-127"/>
              </a:rPr>
              <a:t>특수 방수 기술로 </a:t>
            </a:r>
            <a:r>
              <a:rPr kumimoji="1" lang="en-US" altLang="ko-KR" sz="2000" dirty="0">
                <a:solidFill>
                  <a:srgbClr val="C00000"/>
                </a:solidFill>
                <a:latin typeface="페이퍼로지 7 Bold" pitchFamily="2" charset="-127"/>
                <a:ea typeface="페이퍼로지 7 Bold" pitchFamily="2" charset="-127"/>
              </a:rPr>
              <a:t>10</a:t>
            </a:r>
            <a:r>
              <a:rPr kumimoji="1" lang="ko-KR" altLang="en-US" sz="2000" dirty="0">
                <a:solidFill>
                  <a:srgbClr val="C00000"/>
                </a:solidFill>
                <a:latin typeface="페이퍼로지 7 Bold" pitchFamily="2" charset="-127"/>
                <a:ea typeface="페이퍼로지 7 Bold" pitchFamily="2" charset="-127"/>
              </a:rPr>
              <a:t>년의 안전을 약속</a:t>
            </a:r>
            <a:r>
              <a:rPr kumimoji="1" lang="ko-KR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합니다</a:t>
            </a:r>
            <a:r>
              <a:rPr kumimoji="1" lang="en-US" altLang="ko-KR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.</a:t>
            </a:r>
            <a:endParaRPr kumimoji="1" lang="ko-KR" altLang="en-US" sz="2000" dirty="0">
              <a:solidFill>
                <a:schemeClr val="tx1">
                  <a:lumMod val="95000"/>
                  <a:lumOff val="5000"/>
                </a:schemeClr>
              </a:solidFill>
              <a:latin typeface="페이퍼로지 5 Medium" pitchFamily="2" charset="-127"/>
              <a:ea typeface="페이퍼로지 5 Medium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331973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개체 틀 7">
            <a:extLst>
              <a:ext uri="{FF2B5EF4-FFF2-40B4-BE49-F238E27FC236}">
                <a16:creationId xmlns:a16="http://schemas.microsoft.com/office/drawing/2014/main" id="{E1C55B57-2779-8842-804B-B6D1E1A74992}"/>
              </a:ext>
            </a:extLst>
          </p:cNvPr>
          <p:cNvPicPr>
            <a:picLocks noGrp="1" noChangeAspect="1"/>
          </p:cNvPicPr>
          <p:nvPr>
            <p:ph type="pic" sz="quarter" idx="24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</p:spPr>
      </p:pic>
      <p:sp>
        <p:nvSpPr>
          <p:cNvPr id="28" name="직사각형 27">
            <a:extLst>
              <a:ext uri="{FF2B5EF4-FFF2-40B4-BE49-F238E27FC236}">
                <a16:creationId xmlns:a16="http://schemas.microsoft.com/office/drawing/2014/main" id="{2F322307-3DDB-3F4C-8E0D-246FDB3D8A9F}"/>
              </a:ext>
            </a:extLst>
          </p:cNvPr>
          <p:cNvSpPr/>
          <p:nvPr/>
        </p:nvSpPr>
        <p:spPr>
          <a:xfrm>
            <a:off x="0" y="-1"/>
            <a:ext cx="12192000" cy="6857999"/>
          </a:xfrm>
          <a:prstGeom prst="rect">
            <a:avLst/>
          </a:prstGeom>
          <a:solidFill>
            <a:srgbClr val="302F2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x-none" altLang="en-US"/>
          </a:p>
        </p:txBody>
      </p:sp>
      <p:sp>
        <p:nvSpPr>
          <p:cNvPr id="3" name="모서리가 둥근 직사각형 2"/>
          <p:cNvSpPr/>
          <p:nvPr/>
        </p:nvSpPr>
        <p:spPr>
          <a:xfrm>
            <a:off x="1092156" y="2291947"/>
            <a:ext cx="2301983" cy="3959518"/>
          </a:xfrm>
          <a:prstGeom prst="roundRect">
            <a:avLst>
              <a:gd name="adj" fmla="val 6737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6" name="모서리가 둥근 직사각형 45"/>
          <p:cNvSpPr/>
          <p:nvPr/>
        </p:nvSpPr>
        <p:spPr>
          <a:xfrm>
            <a:off x="3655037" y="2291947"/>
            <a:ext cx="2301983" cy="3959518"/>
          </a:xfrm>
          <a:prstGeom prst="roundRect">
            <a:avLst>
              <a:gd name="adj" fmla="val 5496"/>
            </a:avLst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모서리가 둥근 직사각형 46"/>
          <p:cNvSpPr/>
          <p:nvPr/>
        </p:nvSpPr>
        <p:spPr>
          <a:xfrm>
            <a:off x="6223471" y="2291947"/>
            <a:ext cx="2301983" cy="3959518"/>
          </a:xfrm>
          <a:prstGeom prst="roundRect">
            <a:avLst>
              <a:gd name="adj" fmla="val 4254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모서리가 둥근 직사각형 47"/>
          <p:cNvSpPr/>
          <p:nvPr/>
        </p:nvSpPr>
        <p:spPr>
          <a:xfrm>
            <a:off x="8779720" y="2291947"/>
            <a:ext cx="2301983" cy="3959518"/>
          </a:xfrm>
          <a:prstGeom prst="roundRect">
            <a:avLst>
              <a:gd name="adj" fmla="val 4668"/>
            </a:avLst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/>
          <p:cNvSpPr txBox="1"/>
          <p:nvPr/>
        </p:nvSpPr>
        <p:spPr>
          <a:xfrm>
            <a:off x="3412282" y="579029"/>
            <a:ext cx="5367438" cy="76944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ko-KR" sz="4400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</a:rPr>
              <a:t>K1 </a:t>
            </a:r>
            <a:r>
              <a:rPr kumimoji="1" lang="ko-KR" altLang="en-US" sz="4400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</a:rPr>
              <a:t>방수 제품 인증서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94125" y="1386311"/>
            <a:ext cx="8403753" cy="6463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ko-KR" altLang="en-US" dirty="0">
                <a:solidFill>
                  <a:schemeClr val="bg1"/>
                </a:solidFill>
                <a:latin typeface="페이퍼로지 4 Regular" pitchFamily="2" charset="-127"/>
                <a:ea typeface="페이퍼로지 4 Regular" pitchFamily="2" charset="-127"/>
              </a:rPr>
              <a:t>본 제품은 </a:t>
            </a:r>
            <a:r>
              <a:rPr kumimoji="1" lang="ko-KR" altLang="en-US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</a:rPr>
              <a:t>국내외 공인기관의 품질 및 안전 인증</a:t>
            </a:r>
            <a:r>
              <a:rPr kumimoji="1" lang="ko-KR" altLang="en-US" dirty="0">
                <a:solidFill>
                  <a:schemeClr val="bg1"/>
                </a:solidFill>
                <a:latin typeface="페이퍼로지 4 Regular" pitchFamily="2" charset="-127"/>
                <a:ea typeface="페이퍼로지 4 Regular" pitchFamily="2" charset="-127"/>
              </a:rPr>
              <a:t>을 획득하였습니다</a:t>
            </a:r>
            <a:r>
              <a:rPr kumimoji="1" lang="en-US" altLang="ko-KR" dirty="0">
                <a:solidFill>
                  <a:schemeClr val="bg1"/>
                </a:solidFill>
                <a:latin typeface="페이퍼로지 4 Regular" pitchFamily="2" charset="-127"/>
                <a:ea typeface="페이퍼로지 4 Regular" pitchFamily="2" charset="-127"/>
              </a:rPr>
              <a:t>.</a:t>
            </a:r>
          </a:p>
          <a:p>
            <a:pPr algn="ctr"/>
            <a:r>
              <a:rPr kumimoji="1" lang="ko-KR" altLang="en-US" dirty="0">
                <a:solidFill>
                  <a:schemeClr val="bg1"/>
                </a:solidFill>
                <a:latin typeface="페이퍼로지 4 Regular" pitchFamily="2" charset="-127"/>
                <a:ea typeface="페이퍼로지 4 Regular" pitchFamily="2" charset="-127"/>
              </a:rPr>
              <a:t>관련 인증서는 요청 시 확인하실 수 있습니다</a:t>
            </a:r>
            <a:r>
              <a:rPr kumimoji="1" lang="en-US" altLang="ko-KR" dirty="0">
                <a:solidFill>
                  <a:schemeClr val="bg1"/>
                </a:solidFill>
                <a:latin typeface="페이퍼로지 4 Regular" pitchFamily="2" charset="-127"/>
                <a:ea typeface="페이퍼로지 4 Regular" pitchFamily="2" charset="-127"/>
              </a:rPr>
              <a:t>.</a:t>
            </a:r>
            <a:endParaRPr kumimoji="1" lang="ko-KR" altLang="en-US" dirty="0">
              <a:solidFill>
                <a:schemeClr val="bg1"/>
              </a:solidFill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1258028" y="5658659"/>
            <a:ext cx="1970239" cy="42159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 latinLnBrk="0">
              <a:lnSpc>
                <a:spcPct val="120000"/>
              </a:lnSpc>
              <a:defRPr/>
            </a:pPr>
            <a:r>
              <a:rPr lang="en-US" altLang="ko-KR" sz="2000" dirty="0">
                <a:ln>
                  <a:solidFill>
                    <a:srgbClr val="6A8797">
                      <a:alpha val="0"/>
                    </a:srgbClr>
                  </a:solidFill>
                </a:ln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  <a:cs typeface="Calibri Light" panose="020F0302020204030204" pitchFamily="34" charset="0"/>
              </a:rPr>
              <a:t>ISO </a:t>
            </a:r>
            <a:r>
              <a:rPr lang="ko-KR" altLang="en-US" sz="2000" dirty="0">
                <a:ln>
                  <a:solidFill>
                    <a:srgbClr val="6A8797">
                      <a:alpha val="0"/>
                    </a:srgbClr>
                  </a:solidFill>
                </a:ln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  <a:cs typeface="Calibri Light" panose="020F0302020204030204" pitchFamily="34" charset="0"/>
              </a:rPr>
              <a:t>인증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820910" y="5658659"/>
            <a:ext cx="1970239" cy="42159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 latinLnBrk="0">
              <a:lnSpc>
                <a:spcPct val="120000"/>
              </a:lnSpc>
              <a:defRPr/>
            </a:pPr>
            <a:r>
              <a:rPr lang="en-US" altLang="ko-KR" sz="2000" dirty="0">
                <a:ln>
                  <a:solidFill>
                    <a:srgbClr val="6A8797">
                      <a:alpha val="0"/>
                    </a:srgbClr>
                  </a:solidFill>
                </a:ln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  <a:cs typeface="Calibri Light" panose="020F0302020204030204" pitchFamily="34" charset="0"/>
              </a:rPr>
              <a:t>ISSQ </a:t>
            </a:r>
            <a:r>
              <a:rPr lang="ko-KR" altLang="en-US" sz="2000" dirty="0">
                <a:ln>
                  <a:solidFill>
                    <a:srgbClr val="6A8797">
                      <a:alpha val="0"/>
                    </a:srgbClr>
                  </a:solidFill>
                </a:ln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  <a:cs typeface="Calibri Light" panose="020F0302020204030204" pitchFamily="34" charset="0"/>
              </a:rPr>
              <a:t>인증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89343" y="5658659"/>
            <a:ext cx="1970239" cy="42159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 latinLnBrk="0">
              <a:lnSpc>
                <a:spcPct val="120000"/>
              </a:lnSpc>
              <a:defRPr/>
            </a:pPr>
            <a:r>
              <a:rPr lang="ko-KR" altLang="en-US" sz="2000" dirty="0">
                <a:ln>
                  <a:solidFill>
                    <a:srgbClr val="6A8797">
                      <a:alpha val="0"/>
                    </a:srgbClr>
                  </a:solidFill>
                </a:ln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  <a:cs typeface="Calibri Light" panose="020F0302020204030204" pitchFamily="34" charset="0"/>
              </a:rPr>
              <a:t>실험결과보고서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963736" y="5658659"/>
            <a:ext cx="1970239" cy="42159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 latinLnBrk="0">
              <a:lnSpc>
                <a:spcPct val="120000"/>
              </a:lnSpc>
              <a:defRPr/>
            </a:pPr>
            <a:r>
              <a:rPr lang="ko-KR" altLang="en-US" sz="2000" dirty="0">
                <a:ln>
                  <a:solidFill>
                    <a:srgbClr val="6A8797">
                      <a:alpha val="0"/>
                    </a:srgbClr>
                  </a:solidFill>
                </a:ln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  <a:cs typeface="Calibri Light" panose="020F0302020204030204" pitchFamily="34" charset="0"/>
              </a:rPr>
              <a:t>베트남국가인증</a:t>
            </a:r>
          </a:p>
        </p:txBody>
      </p:sp>
      <p:sp>
        <p:nvSpPr>
          <p:cNvPr id="42" name="직사각형 41"/>
          <p:cNvSpPr/>
          <p:nvPr/>
        </p:nvSpPr>
        <p:spPr>
          <a:xfrm>
            <a:off x="1244556" y="2463397"/>
            <a:ext cx="1983711" cy="3032528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00">
              <a:latin typeface="Noto Sans" pitchFamily="34" charset="0"/>
              <a:ea typeface="맑은 고딕" pitchFamily="50" charset="-127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3807438" y="2463397"/>
            <a:ext cx="1983711" cy="3032528"/>
          </a:xfrm>
          <a:prstGeom prst="rect">
            <a:avLst/>
          </a:prstGeom>
          <a:blipFill>
            <a:blip r:embed="rId4"/>
            <a:stretch>
              <a:fillRect/>
            </a:stretch>
          </a:blip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00">
              <a:latin typeface="Noto Sans" pitchFamily="34" charset="0"/>
              <a:ea typeface="맑은 고딕" pitchFamily="50" charset="-127"/>
            </a:endParaRPr>
          </a:p>
        </p:txBody>
      </p:sp>
      <p:sp>
        <p:nvSpPr>
          <p:cNvPr id="44" name="직사각형 43"/>
          <p:cNvSpPr/>
          <p:nvPr/>
        </p:nvSpPr>
        <p:spPr>
          <a:xfrm>
            <a:off x="6375871" y="2463397"/>
            <a:ext cx="1983711" cy="3032528"/>
          </a:xfrm>
          <a:prstGeom prst="rect">
            <a:avLst/>
          </a:prstGeom>
          <a:blipFill>
            <a:blip r:embed="rId5"/>
            <a:stretch>
              <a:fillRect/>
            </a:stretch>
          </a:blip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00">
              <a:latin typeface="Noto Sans" pitchFamily="34" charset="0"/>
              <a:ea typeface="맑은 고딕" pitchFamily="50" charset="-127"/>
            </a:endParaRPr>
          </a:p>
        </p:txBody>
      </p:sp>
      <p:sp>
        <p:nvSpPr>
          <p:cNvPr id="45" name="직사각형 44"/>
          <p:cNvSpPr/>
          <p:nvPr/>
        </p:nvSpPr>
        <p:spPr>
          <a:xfrm>
            <a:off x="8963736" y="2463397"/>
            <a:ext cx="1983711" cy="3032528"/>
          </a:xfrm>
          <a:prstGeom prst="rect">
            <a:avLst/>
          </a:prstGeom>
          <a:blipFill>
            <a:blip r:embed="rId6"/>
            <a:stretch>
              <a:fillRect/>
            </a:stretch>
          </a:blip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00">
              <a:latin typeface="Noto Sans" pitchFamily="34" charset="0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767567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그림 2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7306" y="874312"/>
            <a:ext cx="3376393" cy="506459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338624" y="4956772"/>
            <a:ext cx="1563258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latinLnBrk="0">
              <a:lnSpc>
                <a:spcPct val="120000"/>
              </a:lnSpc>
              <a:defRPr/>
            </a:pPr>
            <a:r>
              <a:rPr lang="en-US" altLang="ko-KR" sz="3000" dirty="0">
                <a:ln>
                  <a:solidFill>
                    <a:srgbClr val="6A8797">
                      <a:alpha val="0"/>
                    </a:srgbClr>
                  </a:solidFill>
                </a:ln>
                <a:latin typeface="+mj-lt"/>
                <a:ea typeface="맑은 고딕" pitchFamily="50" charset="-127"/>
                <a:cs typeface="Calibri Light" panose="020F0302020204030204" pitchFamily="34" charset="0"/>
              </a:rPr>
              <a:t>K-1 (CT-18)</a:t>
            </a:r>
          </a:p>
        </p:txBody>
      </p:sp>
      <p:sp>
        <p:nvSpPr>
          <p:cNvPr id="16" name="직사각형 15"/>
          <p:cNvSpPr/>
          <p:nvPr/>
        </p:nvSpPr>
        <p:spPr>
          <a:xfrm>
            <a:off x="1477953" y="5535960"/>
            <a:ext cx="1314308" cy="572464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>
              <a:lnSpc>
                <a:spcPct val="130000"/>
              </a:lnSpc>
              <a:defRPr/>
            </a:pPr>
            <a:r>
              <a:rPr lang="en-US" altLang="ko-KR" sz="120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페이퍼로지 5 Medium" pitchFamily="2" charset="-127"/>
                <a:ea typeface="페이퍼로지 5 Medium" pitchFamily="2" charset="-127"/>
              </a:rPr>
              <a:t>1 </a:t>
            </a:r>
            <a:r>
              <a:rPr lang="ko-KR" altLang="en-US" sz="120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페이퍼로지 5 Medium" pitchFamily="2" charset="-127"/>
                <a:ea typeface="페이퍼로지 5 Medium" pitchFamily="2" charset="-127"/>
              </a:rPr>
              <a:t>하도  </a:t>
            </a:r>
            <a:r>
              <a:rPr lang="en-US" altLang="ko-KR" sz="120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페이퍼로지 5 Medium" pitchFamily="2" charset="-127"/>
                <a:ea typeface="페이퍼로지 5 Medium" pitchFamily="2" charset="-127"/>
              </a:rPr>
              <a:t>| 144 </a:t>
            </a:r>
            <a:r>
              <a:rPr lang="en-US" altLang="ko-KR" sz="1200" dirty="0">
                <a:solidFill>
                  <a:srgbClr val="0F1A20"/>
                </a:solidFill>
                <a:latin typeface="Arial" pitchFamily="34" charset="0"/>
                <a:cs typeface="Arial" pitchFamily="34" charset="0"/>
              </a:rPr>
              <a:t>m</a:t>
            </a:r>
            <a:r>
              <a:rPr lang="en-US" altLang="ko-KR" sz="1200" baseline="30000" dirty="0">
                <a:solidFill>
                  <a:srgbClr val="0F1A20"/>
                </a:solidFill>
                <a:latin typeface="Arial" pitchFamily="34" charset="0"/>
                <a:cs typeface="Arial" pitchFamily="34" charset="0"/>
              </a:rPr>
              <a:t>2</a:t>
            </a:r>
            <a:r>
              <a:rPr lang="en-US" altLang="ko-KR" sz="120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+mj-ea"/>
                <a:ea typeface="+mj-ea"/>
              </a:rPr>
              <a:t> </a:t>
            </a:r>
          </a:p>
          <a:p>
            <a:pPr>
              <a:lnSpc>
                <a:spcPct val="130000"/>
              </a:lnSpc>
              <a:defRPr/>
            </a:pPr>
            <a:r>
              <a:rPr lang="en-US" altLang="ko-KR" sz="120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페이퍼로지 5 Medium" pitchFamily="2" charset="-127"/>
                <a:ea typeface="페이퍼로지 5 Medium" pitchFamily="2" charset="-127"/>
              </a:rPr>
              <a:t>2 </a:t>
            </a:r>
            <a:r>
              <a:rPr lang="ko-KR" altLang="en-US" sz="120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페이퍼로지 5 Medium" pitchFamily="2" charset="-127"/>
                <a:ea typeface="페이퍼로지 5 Medium" pitchFamily="2" charset="-127"/>
              </a:rPr>
              <a:t>중도  </a:t>
            </a:r>
            <a:r>
              <a:rPr lang="en-US" altLang="ko-KR" sz="120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페이퍼로지 5 Medium" pitchFamily="2" charset="-127"/>
                <a:ea typeface="페이퍼로지 5 Medium" pitchFamily="2" charset="-127"/>
              </a:rPr>
              <a:t>|  72 </a:t>
            </a:r>
            <a:r>
              <a:rPr lang="en-US" altLang="ko-KR" sz="1200" dirty="0">
                <a:solidFill>
                  <a:srgbClr val="0F1A20"/>
                </a:solidFill>
                <a:latin typeface="Arial" pitchFamily="34" charset="0"/>
                <a:cs typeface="Arial" pitchFamily="34" charset="0"/>
              </a:rPr>
              <a:t>m</a:t>
            </a:r>
            <a:r>
              <a:rPr lang="en-US" altLang="ko-KR" sz="1200" baseline="30000" dirty="0">
                <a:solidFill>
                  <a:srgbClr val="0F1A20"/>
                </a:solidFill>
                <a:latin typeface="Arial" pitchFamily="34" charset="0"/>
                <a:cs typeface="Arial" pitchFamily="34" charset="0"/>
              </a:rPr>
              <a:t>2</a:t>
            </a:r>
            <a:r>
              <a:rPr lang="en-US" altLang="ko-KR" sz="1200" b="1" baseline="30000" dirty="0">
                <a:solidFill>
                  <a:srgbClr val="0F1A20"/>
                </a:solidFill>
                <a:latin typeface="Arial Black" panose="020B0A04020102020204" pitchFamily="34" charset="0"/>
                <a:cs typeface="Times New Roman" panose="02020603050405020304" pitchFamily="18" charset="0"/>
              </a:rPr>
              <a:t> </a:t>
            </a:r>
            <a:endParaRPr lang="en-US" altLang="ko-KR" sz="1200" dirty="0">
              <a:ln>
                <a:solidFill>
                  <a:schemeClr val="accent1">
                    <a:alpha val="0"/>
                  </a:schemeClr>
                </a:solidFill>
              </a:ln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60" name="타원 59"/>
          <p:cNvSpPr/>
          <p:nvPr/>
        </p:nvSpPr>
        <p:spPr>
          <a:xfrm>
            <a:off x="2578747" y="4318865"/>
            <a:ext cx="760570" cy="76057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dirty="0">
                <a:solidFill>
                  <a:schemeClr val="bg1"/>
                </a:solidFill>
                <a:latin typeface="+mj-lt"/>
                <a:ea typeface="맑은 고딕" pitchFamily="50" charset="-127"/>
              </a:rPr>
              <a:t>18L</a:t>
            </a:r>
            <a:endParaRPr lang="ko-KR" altLang="en-US" sz="2000" dirty="0">
              <a:solidFill>
                <a:schemeClr val="bg1"/>
              </a:solidFill>
              <a:latin typeface="+mj-lt"/>
              <a:ea typeface="맑은 고딕" pitchFamily="50" charset="-127"/>
            </a:endParaRPr>
          </a:p>
        </p:txBody>
      </p:sp>
      <p:grpSp>
        <p:nvGrpSpPr>
          <p:cNvPr id="139" name="그룹 138">
            <a:extLst>
              <a:ext uri="{FF2B5EF4-FFF2-40B4-BE49-F238E27FC236}">
                <a16:creationId xmlns:a16="http://schemas.microsoft.com/office/drawing/2014/main" id="{F0737405-6DAE-264D-8490-0919F29FDA6C}"/>
              </a:ext>
            </a:extLst>
          </p:cNvPr>
          <p:cNvGrpSpPr/>
          <p:nvPr/>
        </p:nvGrpSpPr>
        <p:grpSpPr>
          <a:xfrm>
            <a:off x="7480465" y="3867813"/>
            <a:ext cx="318928" cy="318928"/>
            <a:chOff x="2397126" y="5183188"/>
            <a:chExt cx="954088" cy="954088"/>
          </a:xfrm>
          <a:solidFill>
            <a:schemeClr val="bg1"/>
          </a:solidFill>
        </p:grpSpPr>
        <p:sp>
          <p:nvSpPr>
            <p:cNvPr id="140" name="Freeform 275">
              <a:extLst>
                <a:ext uri="{FF2B5EF4-FFF2-40B4-BE49-F238E27FC236}">
                  <a16:creationId xmlns:a16="http://schemas.microsoft.com/office/drawing/2014/main" id="{7E022B56-AF63-9C4E-8A70-3A0E4A0C9F7B}"/>
                </a:ext>
              </a:extLst>
            </p:cNvPr>
            <p:cNvSpPr>
              <a:spLocks/>
            </p:cNvSpPr>
            <p:nvPr/>
          </p:nvSpPr>
          <p:spPr bwMode="auto">
            <a:xfrm>
              <a:off x="2400301" y="5183188"/>
              <a:ext cx="779463" cy="595313"/>
            </a:xfrm>
            <a:custGeom>
              <a:avLst/>
              <a:gdLst>
                <a:gd name="T0" fmla="*/ 209 w 736"/>
                <a:gd name="T1" fmla="*/ 563 h 563"/>
                <a:gd name="T2" fmla="*/ 201 w 736"/>
                <a:gd name="T3" fmla="*/ 559 h 563"/>
                <a:gd name="T4" fmla="*/ 6 w 736"/>
                <a:gd name="T5" fmla="*/ 399 h 563"/>
                <a:gd name="T6" fmla="*/ 1 w 736"/>
                <a:gd name="T7" fmla="*/ 387 h 563"/>
                <a:gd name="T8" fmla="*/ 151 w 736"/>
                <a:gd name="T9" fmla="*/ 112 h 563"/>
                <a:gd name="T10" fmla="*/ 447 w 736"/>
                <a:gd name="T11" fmla="*/ 0 h 563"/>
                <a:gd name="T12" fmla="*/ 690 w 736"/>
                <a:gd name="T13" fmla="*/ 71 h 563"/>
                <a:gd name="T14" fmla="*/ 696 w 736"/>
                <a:gd name="T15" fmla="*/ 78 h 563"/>
                <a:gd name="T16" fmla="*/ 735 w 736"/>
                <a:gd name="T17" fmla="*/ 192 h 563"/>
                <a:gd name="T18" fmla="*/ 731 w 736"/>
                <a:gd name="T19" fmla="*/ 207 h 563"/>
                <a:gd name="T20" fmla="*/ 665 w 736"/>
                <a:gd name="T21" fmla="*/ 265 h 563"/>
                <a:gd name="T22" fmla="*/ 676 w 736"/>
                <a:gd name="T23" fmla="*/ 302 h 563"/>
                <a:gd name="T24" fmla="*/ 667 w 736"/>
                <a:gd name="T25" fmla="*/ 319 h 563"/>
                <a:gd name="T26" fmla="*/ 649 w 736"/>
                <a:gd name="T27" fmla="*/ 310 h 563"/>
                <a:gd name="T28" fmla="*/ 636 w 736"/>
                <a:gd name="T29" fmla="*/ 265 h 563"/>
                <a:gd name="T30" fmla="*/ 640 w 736"/>
                <a:gd name="T31" fmla="*/ 250 h 563"/>
                <a:gd name="T32" fmla="*/ 705 w 736"/>
                <a:gd name="T33" fmla="*/ 192 h 563"/>
                <a:gd name="T34" fmla="*/ 671 w 736"/>
                <a:gd name="T35" fmla="*/ 92 h 563"/>
                <a:gd name="T36" fmla="*/ 447 w 736"/>
                <a:gd name="T37" fmla="*/ 28 h 563"/>
                <a:gd name="T38" fmla="*/ 30 w 736"/>
                <a:gd name="T39" fmla="*/ 383 h 563"/>
                <a:gd name="T40" fmla="*/ 214 w 736"/>
                <a:gd name="T41" fmla="*/ 534 h 563"/>
                <a:gd name="T42" fmla="*/ 429 w 736"/>
                <a:gd name="T43" fmla="*/ 525 h 563"/>
                <a:gd name="T44" fmla="*/ 443 w 736"/>
                <a:gd name="T45" fmla="*/ 538 h 563"/>
                <a:gd name="T46" fmla="*/ 430 w 736"/>
                <a:gd name="T47" fmla="*/ 553 h 563"/>
                <a:gd name="T48" fmla="*/ 210 w 736"/>
                <a:gd name="T49" fmla="*/ 563 h 563"/>
                <a:gd name="T50" fmla="*/ 209 w 736"/>
                <a:gd name="T51" fmla="*/ 563 h 5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736" h="563">
                  <a:moveTo>
                    <a:pt x="209" y="563"/>
                  </a:moveTo>
                  <a:cubicBezTo>
                    <a:pt x="206" y="563"/>
                    <a:pt x="203" y="562"/>
                    <a:pt x="201" y="559"/>
                  </a:cubicBezTo>
                  <a:cubicBezTo>
                    <a:pt x="6" y="399"/>
                    <a:pt x="6" y="399"/>
                    <a:pt x="6" y="399"/>
                  </a:cubicBezTo>
                  <a:cubicBezTo>
                    <a:pt x="2" y="396"/>
                    <a:pt x="0" y="391"/>
                    <a:pt x="1" y="387"/>
                  </a:cubicBezTo>
                  <a:cubicBezTo>
                    <a:pt x="16" y="280"/>
                    <a:pt x="69" y="183"/>
                    <a:pt x="151" y="112"/>
                  </a:cubicBezTo>
                  <a:cubicBezTo>
                    <a:pt x="233" y="40"/>
                    <a:pt x="338" y="0"/>
                    <a:pt x="447" y="0"/>
                  </a:cubicBezTo>
                  <a:cubicBezTo>
                    <a:pt x="534" y="0"/>
                    <a:pt x="618" y="25"/>
                    <a:pt x="690" y="71"/>
                  </a:cubicBezTo>
                  <a:cubicBezTo>
                    <a:pt x="693" y="73"/>
                    <a:pt x="695" y="75"/>
                    <a:pt x="696" y="78"/>
                  </a:cubicBezTo>
                  <a:cubicBezTo>
                    <a:pt x="735" y="192"/>
                    <a:pt x="735" y="192"/>
                    <a:pt x="735" y="192"/>
                  </a:cubicBezTo>
                  <a:cubicBezTo>
                    <a:pt x="736" y="197"/>
                    <a:pt x="735" y="203"/>
                    <a:pt x="731" y="207"/>
                  </a:cubicBezTo>
                  <a:cubicBezTo>
                    <a:pt x="665" y="265"/>
                    <a:pt x="665" y="265"/>
                    <a:pt x="665" y="265"/>
                  </a:cubicBezTo>
                  <a:cubicBezTo>
                    <a:pt x="676" y="302"/>
                    <a:pt x="676" y="302"/>
                    <a:pt x="676" y="302"/>
                  </a:cubicBezTo>
                  <a:cubicBezTo>
                    <a:pt x="678" y="309"/>
                    <a:pt x="674" y="317"/>
                    <a:pt x="667" y="319"/>
                  </a:cubicBezTo>
                  <a:cubicBezTo>
                    <a:pt x="659" y="322"/>
                    <a:pt x="651" y="317"/>
                    <a:pt x="649" y="310"/>
                  </a:cubicBezTo>
                  <a:cubicBezTo>
                    <a:pt x="636" y="265"/>
                    <a:pt x="636" y="265"/>
                    <a:pt x="636" y="265"/>
                  </a:cubicBezTo>
                  <a:cubicBezTo>
                    <a:pt x="634" y="259"/>
                    <a:pt x="636" y="254"/>
                    <a:pt x="640" y="250"/>
                  </a:cubicBezTo>
                  <a:cubicBezTo>
                    <a:pt x="705" y="192"/>
                    <a:pt x="705" y="192"/>
                    <a:pt x="705" y="192"/>
                  </a:cubicBezTo>
                  <a:cubicBezTo>
                    <a:pt x="671" y="92"/>
                    <a:pt x="671" y="92"/>
                    <a:pt x="671" y="92"/>
                  </a:cubicBezTo>
                  <a:cubicBezTo>
                    <a:pt x="604" y="50"/>
                    <a:pt x="527" y="28"/>
                    <a:pt x="447" y="28"/>
                  </a:cubicBezTo>
                  <a:cubicBezTo>
                    <a:pt x="241" y="28"/>
                    <a:pt x="63" y="180"/>
                    <a:pt x="30" y="383"/>
                  </a:cubicBezTo>
                  <a:cubicBezTo>
                    <a:pt x="214" y="534"/>
                    <a:pt x="214" y="534"/>
                    <a:pt x="214" y="534"/>
                  </a:cubicBezTo>
                  <a:cubicBezTo>
                    <a:pt x="429" y="525"/>
                    <a:pt x="429" y="525"/>
                    <a:pt x="429" y="525"/>
                  </a:cubicBezTo>
                  <a:cubicBezTo>
                    <a:pt x="436" y="524"/>
                    <a:pt x="443" y="530"/>
                    <a:pt x="443" y="538"/>
                  </a:cubicBezTo>
                  <a:cubicBezTo>
                    <a:pt x="444" y="546"/>
                    <a:pt x="438" y="552"/>
                    <a:pt x="430" y="553"/>
                  </a:cubicBezTo>
                  <a:cubicBezTo>
                    <a:pt x="210" y="563"/>
                    <a:pt x="210" y="563"/>
                    <a:pt x="210" y="563"/>
                  </a:cubicBezTo>
                  <a:cubicBezTo>
                    <a:pt x="210" y="563"/>
                    <a:pt x="210" y="563"/>
                    <a:pt x="209" y="56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41" name="Freeform 276">
              <a:extLst>
                <a:ext uri="{FF2B5EF4-FFF2-40B4-BE49-F238E27FC236}">
                  <a16:creationId xmlns:a16="http://schemas.microsoft.com/office/drawing/2014/main" id="{EF6C70BE-8069-E544-BF12-197BB7D7716A}"/>
                </a:ext>
              </a:extLst>
            </p:cNvPr>
            <p:cNvSpPr>
              <a:spLocks/>
            </p:cNvSpPr>
            <p:nvPr/>
          </p:nvSpPr>
          <p:spPr bwMode="auto">
            <a:xfrm>
              <a:off x="2928938" y="5464176"/>
              <a:ext cx="106363" cy="60325"/>
            </a:xfrm>
            <a:custGeom>
              <a:avLst/>
              <a:gdLst>
                <a:gd name="T0" fmla="*/ 16 w 100"/>
                <a:gd name="T1" fmla="*/ 57 h 57"/>
                <a:gd name="T2" fmla="*/ 4 w 100"/>
                <a:gd name="T3" fmla="*/ 49 h 57"/>
                <a:gd name="T4" fmla="*/ 10 w 100"/>
                <a:gd name="T5" fmla="*/ 30 h 57"/>
                <a:gd name="T6" fmla="*/ 66 w 100"/>
                <a:gd name="T7" fmla="*/ 2 h 57"/>
                <a:gd name="T8" fmla="*/ 77 w 100"/>
                <a:gd name="T9" fmla="*/ 1 h 57"/>
                <a:gd name="T10" fmla="*/ 85 w 100"/>
                <a:gd name="T11" fmla="*/ 9 h 57"/>
                <a:gd name="T12" fmla="*/ 97 w 100"/>
                <a:gd name="T13" fmla="*/ 36 h 57"/>
                <a:gd name="T14" fmla="*/ 90 w 100"/>
                <a:gd name="T15" fmla="*/ 54 h 57"/>
                <a:gd name="T16" fmla="*/ 71 w 100"/>
                <a:gd name="T17" fmla="*/ 47 h 57"/>
                <a:gd name="T18" fmla="*/ 66 w 100"/>
                <a:gd name="T19" fmla="*/ 34 h 57"/>
                <a:gd name="T20" fmla="*/ 23 w 100"/>
                <a:gd name="T21" fmla="*/ 55 h 57"/>
                <a:gd name="T22" fmla="*/ 16 w 100"/>
                <a:gd name="T23" fmla="*/ 57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00" h="57">
                  <a:moveTo>
                    <a:pt x="16" y="57"/>
                  </a:moveTo>
                  <a:cubicBezTo>
                    <a:pt x="11" y="57"/>
                    <a:pt x="6" y="54"/>
                    <a:pt x="4" y="49"/>
                  </a:cubicBezTo>
                  <a:cubicBezTo>
                    <a:pt x="0" y="42"/>
                    <a:pt x="3" y="34"/>
                    <a:pt x="10" y="30"/>
                  </a:cubicBezTo>
                  <a:cubicBezTo>
                    <a:pt x="66" y="2"/>
                    <a:pt x="66" y="2"/>
                    <a:pt x="66" y="2"/>
                  </a:cubicBezTo>
                  <a:cubicBezTo>
                    <a:pt x="70" y="0"/>
                    <a:pt x="74" y="0"/>
                    <a:pt x="77" y="1"/>
                  </a:cubicBezTo>
                  <a:cubicBezTo>
                    <a:pt x="81" y="3"/>
                    <a:pt x="84" y="5"/>
                    <a:pt x="85" y="9"/>
                  </a:cubicBezTo>
                  <a:cubicBezTo>
                    <a:pt x="97" y="36"/>
                    <a:pt x="97" y="36"/>
                    <a:pt x="97" y="36"/>
                  </a:cubicBezTo>
                  <a:cubicBezTo>
                    <a:pt x="100" y="43"/>
                    <a:pt x="97" y="51"/>
                    <a:pt x="90" y="54"/>
                  </a:cubicBezTo>
                  <a:cubicBezTo>
                    <a:pt x="83" y="57"/>
                    <a:pt x="75" y="54"/>
                    <a:pt x="71" y="47"/>
                  </a:cubicBezTo>
                  <a:cubicBezTo>
                    <a:pt x="66" y="34"/>
                    <a:pt x="66" y="34"/>
                    <a:pt x="66" y="34"/>
                  </a:cubicBezTo>
                  <a:cubicBezTo>
                    <a:pt x="23" y="55"/>
                    <a:pt x="23" y="55"/>
                    <a:pt x="23" y="55"/>
                  </a:cubicBezTo>
                  <a:cubicBezTo>
                    <a:pt x="21" y="56"/>
                    <a:pt x="19" y="57"/>
                    <a:pt x="16" y="5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42" name="Freeform 277">
              <a:extLst>
                <a:ext uri="{FF2B5EF4-FFF2-40B4-BE49-F238E27FC236}">
                  <a16:creationId xmlns:a16="http://schemas.microsoft.com/office/drawing/2014/main" id="{20D17A97-E1B9-8947-8423-AE898A3482AE}"/>
                </a:ext>
              </a:extLst>
            </p:cNvPr>
            <p:cNvSpPr>
              <a:spLocks/>
            </p:cNvSpPr>
            <p:nvPr/>
          </p:nvSpPr>
          <p:spPr bwMode="auto">
            <a:xfrm>
              <a:off x="2836863" y="5694363"/>
              <a:ext cx="381000" cy="292100"/>
            </a:xfrm>
            <a:custGeom>
              <a:avLst/>
              <a:gdLst>
                <a:gd name="T0" fmla="*/ 237 w 359"/>
                <a:gd name="T1" fmla="*/ 276 h 276"/>
                <a:gd name="T2" fmla="*/ 119 w 359"/>
                <a:gd name="T3" fmla="*/ 276 h 276"/>
                <a:gd name="T4" fmla="*/ 115 w 359"/>
                <a:gd name="T5" fmla="*/ 275 h 276"/>
                <a:gd name="T6" fmla="*/ 11 w 359"/>
                <a:gd name="T7" fmla="*/ 241 h 276"/>
                <a:gd name="T8" fmla="*/ 2 w 359"/>
                <a:gd name="T9" fmla="*/ 223 h 276"/>
                <a:gd name="T10" fmla="*/ 22 w 359"/>
                <a:gd name="T11" fmla="*/ 159 h 276"/>
                <a:gd name="T12" fmla="*/ 30 w 359"/>
                <a:gd name="T13" fmla="*/ 151 h 276"/>
                <a:gd name="T14" fmla="*/ 97 w 359"/>
                <a:gd name="T15" fmla="*/ 123 h 276"/>
                <a:gd name="T16" fmla="*/ 115 w 359"/>
                <a:gd name="T17" fmla="*/ 130 h 276"/>
                <a:gd name="T18" fmla="*/ 108 w 359"/>
                <a:gd name="T19" fmla="*/ 149 h 276"/>
                <a:gd name="T20" fmla="*/ 47 w 359"/>
                <a:gd name="T21" fmla="*/ 174 h 276"/>
                <a:gd name="T22" fmla="*/ 33 w 359"/>
                <a:gd name="T23" fmla="*/ 219 h 276"/>
                <a:gd name="T24" fmla="*/ 122 w 359"/>
                <a:gd name="T25" fmla="*/ 248 h 276"/>
                <a:gd name="T26" fmla="*/ 229 w 359"/>
                <a:gd name="T27" fmla="*/ 248 h 276"/>
                <a:gd name="T28" fmla="*/ 296 w 359"/>
                <a:gd name="T29" fmla="*/ 112 h 276"/>
                <a:gd name="T30" fmla="*/ 330 w 359"/>
                <a:gd name="T31" fmla="*/ 11 h 276"/>
                <a:gd name="T32" fmla="*/ 348 w 359"/>
                <a:gd name="T33" fmla="*/ 2 h 276"/>
                <a:gd name="T34" fmla="*/ 357 w 359"/>
                <a:gd name="T35" fmla="*/ 20 h 276"/>
                <a:gd name="T36" fmla="*/ 323 w 359"/>
                <a:gd name="T37" fmla="*/ 122 h 276"/>
                <a:gd name="T38" fmla="*/ 322 w 359"/>
                <a:gd name="T39" fmla="*/ 124 h 276"/>
                <a:gd name="T40" fmla="*/ 250 w 359"/>
                <a:gd name="T41" fmla="*/ 268 h 276"/>
                <a:gd name="T42" fmla="*/ 237 w 359"/>
                <a:gd name="T43" fmla="*/ 276 h 2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359" h="276">
                  <a:moveTo>
                    <a:pt x="237" y="276"/>
                  </a:moveTo>
                  <a:cubicBezTo>
                    <a:pt x="119" y="276"/>
                    <a:pt x="119" y="276"/>
                    <a:pt x="119" y="276"/>
                  </a:cubicBezTo>
                  <a:cubicBezTo>
                    <a:pt x="118" y="276"/>
                    <a:pt x="116" y="275"/>
                    <a:pt x="115" y="275"/>
                  </a:cubicBezTo>
                  <a:cubicBezTo>
                    <a:pt x="11" y="241"/>
                    <a:pt x="11" y="241"/>
                    <a:pt x="11" y="241"/>
                  </a:cubicBezTo>
                  <a:cubicBezTo>
                    <a:pt x="4" y="239"/>
                    <a:pt x="0" y="231"/>
                    <a:pt x="2" y="223"/>
                  </a:cubicBezTo>
                  <a:cubicBezTo>
                    <a:pt x="22" y="159"/>
                    <a:pt x="22" y="159"/>
                    <a:pt x="22" y="159"/>
                  </a:cubicBezTo>
                  <a:cubicBezTo>
                    <a:pt x="23" y="156"/>
                    <a:pt x="26" y="152"/>
                    <a:pt x="30" y="151"/>
                  </a:cubicBezTo>
                  <a:cubicBezTo>
                    <a:pt x="97" y="123"/>
                    <a:pt x="97" y="123"/>
                    <a:pt x="97" y="123"/>
                  </a:cubicBezTo>
                  <a:cubicBezTo>
                    <a:pt x="104" y="120"/>
                    <a:pt x="112" y="123"/>
                    <a:pt x="115" y="130"/>
                  </a:cubicBezTo>
                  <a:cubicBezTo>
                    <a:pt x="118" y="137"/>
                    <a:pt x="115" y="146"/>
                    <a:pt x="108" y="149"/>
                  </a:cubicBezTo>
                  <a:cubicBezTo>
                    <a:pt x="47" y="174"/>
                    <a:pt x="47" y="174"/>
                    <a:pt x="47" y="174"/>
                  </a:cubicBezTo>
                  <a:cubicBezTo>
                    <a:pt x="33" y="219"/>
                    <a:pt x="33" y="219"/>
                    <a:pt x="33" y="219"/>
                  </a:cubicBezTo>
                  <a:cubicBezTo>
                    <a:pt x="122" y="248"/>
                    <a:pt x="122" y="248"/>
                    <a:pt x="122" y="248"/>
                  </a:cubicBezTo>
                  <a:cubicBezTo>
                    <a:pt x="229" y="248"/>
                    <a:pt x="229" y="248"/>
                    <a:pt x="229" y="248"/>
                  </a:cubicBezTo>
                  <a:cubicBezTo>
                    <a:pt x="296" y="112"/>
                    <a:pt x="296" y="112"/>
                    <a:pt x="296" y="112"/>
                  </a:cubicBezTo>
                  <a:cubicBezTo>
                    <a:pt x="330" y="11"/>
                    <a:pt x="330" y="11"/>
                    <a:pt x="330" y="11"/>
                  </a:cubicBezTo>
                  <a:cubicBezTo>
                    <a:pt x="333" y="4"/>
                    <a:pt x="341" y="0"/>
                    <a:pt x="348" y="2"/>
                  </a:cubicBezTo>
                  <a:cubicBezTo>
                    <a:pt x="355" y="5"/>
                    <a:pt x="359" y="13"/>
                    <a:pt x="357" y="20"/>
                  </a:cubicBezTo>
                  <a:cubicBezTo>
                    <a:pt x="323" y="122"/>
                    <a:pt x="323" y="122"/>
                    <a:pt x="323" y="122"/>
                  </a:cubicBezTo>
                  <a:cubicBezTo>
                    <a:pt x="322" y="123"/>
                    <a:pt x="322" y="123"/>
                    <a:pt x="322" y="124"/>
                  </a:cubicBezTo>
                  <a:cubicBezTo>
                    <a:pt x="250" y="268"/>
                    <a:pt x="250" y="268"/>
                    <a:pt x="250" y="268"/>
                  </a:cubicBezTo>
                  <a:cubicBezTo>
                    <a:pt x="248" y="273"/>
                    <a:pt x="243" y="276"/>
                    <a:pt x="237" y="27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43" name="Freeform 278">
              <a:extLst>
                <a:ext uri="{FF2B5EF4-FFF2-40B4-BE49-F238E27FC236}">
                  <a16:creationId xmlns:a16="http://schemas.microsoft.com/office/drawing/2014/main" id="{6B8A5416-F133-0C44-B166-4AE56EFA6D2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487613" y="5748338"/>
              <a:ext cx="269875" cy="225425"/>
            </a:xfrm>
            <a:custGeom>
              <a:avLst/>
              <a:gdLst>
                <a:gd name="T0" fmla="*/ 171 w 255"/>
                <a:gd name="T1" fmla="*/ 213 h 213"/>
                <a:gd name="T2" fmla="*/ 165 w 255"/>
                <a:gd name="T3" fmla="*/ 211 h 213"/>
                <a:gd name="T4" fmla="*/ 69 w 255"/>
                <a:gd name="T5" fmla="*/ 159 h 213"/>
                <a:gd name="T6" fmla="*/ 66 w 255"/>
                <a:gd name="T7" fmla="*/ 157 h 213"/>
                <a:gd name="T8" fmla="*/ 6 w 255"/>
                <a:gd name="T9" fmla="*/ 99 h 213"/>
                <a:gd name="T10" fmla="*/ 2 w 255"/>
                <a:gd name="T11" fmla="*/ 84 h 213"/>
                <a:gd name="T12" fmla="*/ 30 w 255"/>
                <a:gd name="T13" fmla="*/ 10 h 213"/>
                <a:gd name="T14" fmla="*/ 40 w 255"/>
                <a:gd name="T15" fmla="*/ 1 h 213"/>
                <a:gd name="T16" fmla="*/ 52 w 255"/>
                <a:gd name="T17" fmla="*/ 4 h 213"/>
                <a:gd name="T18" fmla="*/ 110 w 255"/>
                <a:gd name="T19" fmla="*/ 50 h 213"/>
                <a:gd name="T20" fmla="*/ 241 w 255"/>
                <a:gd name="T21" fmla="*/ 50 h 213"/>
                <a:gd name="T22" fmla="*/ 255 w 255"/>
                <a:gd name="T23" fmla="*/ 64 h 213"/>
                <a:gd name="T24" fmla="*/ 255 w 255"/>
                <a:gd name="T25" fmla="*/ 145 h 213"/>
                <a:gd name="T26" fmla="*/ 250 w 255"/>
                <a:gd name="T27" fmla="*/ 156 h 213"/>
                <a:gd name="T28" fmla="*/ 180 w 255"/>
                <a:gd name="T29" fmla="*/ 210 h 213"/>
                <a:gd name="T30" fmla="*/ 171 w 255"/>
                <a:gd name="T31" fmla="*/ 213 h 213"/>
                <a:gd name="T32" fmla="*/ 84 w 255"/>
                <a:gd name="T33" fmla="*/ 135 h 213"/>
                <a:gd name="T34" fmla="*/ 170 w 255"/>
                <a:gd name="T35" fmla="*/ 182 h 213"/>
                <a:gd name="T36" fmla="*/ 227 w 255"/>
                <a:gd name="T37" fmla="*/ 138 h 213"/>
                <a:gd name="T38" fmla="*/ 227 w 255"/>
                <a:gd name="T39" fmla="*/ 78 h 213"/>
                <a:gd name="T40" fmla="*/ 105 w 255"/>
                <a:gd name="T41" fmla="*/ 78 h 213"/>
                <a:gd name="T42" fmla="*/ 97 w 255"/>
                <a:gd name="T43" fmla="*/ 75 h 213"/>
                <a:gd name="T44" fmla="*/ 50 w 255"/>
                <a:gd name="T45" fmla="*/ 38 h 213"/>
                <a:gd name="T46" fmla="*/ 32 w 255"/>
                <a:gd name="T47" fmla="*/ 85 h 213"/>
                <a:gd name="T48" fmla="*/ 84 w 255"/>
                <a:gd name="T49" fmla="*/ 135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55" h="213">
                  <a:moveTo>
                    <a:pt x="171" y="213"/>
                  </a:moveTo>
                  <a:cubicBezTo>
                    <a:pt x="169" y="213"/>
                    <a:pt x="167" y="212"/>
                    <a:pt x="165" y="211"/>
                  </a:cubicBezTo>
                  <a:cubicBezTo>
                    <a:pt x="69" y="159"/>
                    <a:pt x="69" y="159"/>
                    <a:pt x="69" y="159"/>
                  </a:cubicBezTo>
                  <a:cubicBezTo>
                    <a:pt x="68" y="158"/>
                    <a:pt x="67" y="158"/>
                    <a:pt x="66" y="157"/>
                  </a:cubicBezTo>
                  <a:cubicBezTo>
                    <a:pt x="6" y="99"/>
                    <a:pt x="6" y="99"/>
                    <a:pt x="6" y="99"/>
                  </a:cubicBezTo>
                  <a:cubicBezTo>
                    <a:pt x="2" y="95"/>
                    <a:pt x="0" y="89"/>
                    <a:pt x="2" y="84"/>
                  </a:cubicBezTo>
                  <a:cubicBezTo>
                    <a:pt x="30" y="10"/>
                    <a:pt x="30" y="10"/>
                    <a:pt x="30" y="10"/>
                  </a:cubicBezTo>
                  <a:cubicBezTo>
                    <a:pt x="32" y="5"/>
                    <a:pt x="35" y="2"/>
                    <a:pt x="40" y="1"/>
                  </a:cubicBezTo>
                  <a:cubicBezTo>
                    <a:pt x="44" y="0"/>
                    <a:pt x="49" y="1"/>
                    <a:pt x="52" y="4"/>
                  </a:cubicBezTo>
                  <a:cubicBezTo>
                    <a:pt x="110" y="50"/>
                    <a:pt x="110" y="50"/>
                    <a:pt x="110" y="50"/>
                  </a:cubicBezTo>
                  <a:cubicBezTo>
                    <a:pt x="241" y="50"/>
                    <a:pt x="241" y="50"/>
                    <a:pt x="241" y="50"/>
                  </a:cubicBezTo>
                  <a:cubicBezTo>
                    <a:pt x="249" y="50"/>
                    <a:pt x="255" y="56"/>
                    <a:pt x="255" y="64"/>
                  </a:cubicBezTo>
                  <a:cubicBezTo>
                    <a:pt x="255" y="145"/>
                    <a:pt x="255" y="145"/>
                    <a:pt x="255" y="145"/>
                  </a:cubicBezTo>
                  <a:cubicBezTo>
                    <a:pt x="255" y="149"/>
                    <a:pt x="253" y="153"/>
                    <a:pt x="250" y="156"/>
                  </a:cubicBezTo>
                  <a:cubicBezTo>
                    <a:pt x="180" y="210"/>
                    <a:pt x="180" y="210"/>
                    <a:pt x="180" y="210"/>
                  </a:cubicBezTo>
                  <a:cubicBezTo>
                    <a:pt x="177" y="212"/>
                    <a:pt x="174" y="213"/>
                    <a:pt x="171" y="213"/>
                  </a:cubicBezTo>
                  <a:close/>
                  <a:moveTo>
                    <a:pt x="84" y="135"/>
                  </a:moveTo>
                  <a:cubicBezTo>
                    <a:pt x="170" y="182"/>
                    <a:pt x="170" y="182"/>
                    <a:pt x="170" y="182"/>
                  </a:cubicBezTo>
                  <a:cubicBezTo>
                    <a:pt x="227" y="138"/>
                    <a:pt x="227" y="138"/>
                    <a:pt x="227" y="138"/>
                  </a:cubicBezTo>
                  <a:cubicBezTo>
                    <a:pt x="227" y="78"/>
                    <a:pt x="227" y="78"/>
                    <a:pt x="227" y="78"/>
                  </a:cubicBezTo>
                  <a:cubicBezTo>
                    <a:pt x="105" y="78"/>
                    <a:pt x="105" y="78"/>
                    <a:pt x="105" y="78"/>
                  </a:cubicBezTo>
                  <a:cubicBezTo>
                    <a:pt x="102" y="78"/>
                    <a:pt x="99" y="77"/>
                    <a:pt x="97" y="75"/>
                  </a:cubicBezTo>
                  <a:cubicBezTo>
                    <a:pt x="50" y="38"/>
                    <a:pt x="50" y="38"/>
                    <a:pt x="50" y="38"/>
                  </a:cubicBezTo>
                  <a:cubicBezTo>
                    <a:pt x="32" y="85"/>
                    <a:pt x="32" y="85"/>
                    <a:pt x="32" y="85"/>
                  </a:cubicBezTo>
                  <a:lnTo>
                    <a:pt x="84" y="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44" name="Freeform 279">
              <a:extLst>
                <a:ext uri="{FF2B5EF4-FFF2-40B4-BE49-F238E27FC236}">
                  <a16:creationId xmlns:a16="http://schemas.microsoft.com/office/drawing/2014/main" id="{2A1E50BD-F034-E140-B7FC-C4C1A199A58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165476" y="5440363"/>
              <a:ext cx="109538" cy="180975"/>
            </a:xfrm>
            <a:custGeom>
              <a:avLst/>
              <a:gdLst>
                <a:gd name="T0" fmla="*/ 63 w 104"/>
                <a:gd name="T1" fmla="*/ 171 h 171"/>
                <a:gd name="T2" fmla="*/ 60 w 104"/>
                <a:gd name="T3" fmla="*/ 170 h 171"/>
                <a:gd name="T4" fmla="*/ 12 w 104"/>
                <a:gd name="T5" fmla="*/ 158 h 171"/>
                <a:gd name="T6" fmla="*/ 3 w 104"/>
                <a:gd name="T7" fmla="*/ 151 h 171"/>
                <a:gd name="T8" fmla="*/ 2 w 104"/>
                <a:gd name="T9" fmla="*/ 140 h 171"/>
                <a:gd name="T10" fmla="*/ 18 w 104"/>
                <a:gd name="T11" fmla="*/ 97 h 171"/>
                <a:gd name="T12" fmla="*/ 2 w 104"/>
                <a:gd name="T13" fmla="*/ 56 h 171"/>
                <a:gd name="T14" fmla="*/ 6 w 104"/>
                <a:gd name="T15" fmla="*/ 41 h 171"/>
                <a:gd name="T16" fmla="*/ 43 w 104"/>
                <a:gd name="T17" fmla="*/ 5 h 171"/>
                <a:gd name="T18" fmla="*/ 54 w 104"/>
                <a:gd name="T19" fmla="*/ 1 h 171"/>
                <a:gd name="T20" fmla="*/ 64 w 104"/>
                <a:gd name="T21" fmla="*/ 7 h 171"/>
                <a:gd name="T22" fmla="*/ 101 w 104"/>
                <a:gd name="T23" fmla="*/ 61 h 171"/>
                <a:gd name="T24" fmla="*/ 103 w 104"/>
                <a:gd name="T25" fmla="*/ 73 h 171"/>
                <a:gd name="T26" fmla="*/ 77 w 104"/>
                <a:gd name="T27" fmla="*/ 161 h 171"/>
                <a:gd name="T28" fmla="*/ 63 w 104"/>
                <a:gd name="T29" fmla="*/ 171 h 171"/>
                <a:gd name="T30" fmla="*/ 34 w 104"/>
                <a:gd name="T31" fmla="*/ 135 h 171"/>
                <a:gd name="T32" fmla="*/ 54 w 104"/>
                <a:gd name="T33" fmla="*/ 140 h 171"/>
                <a:gd name="T34" fmla="*/ 74 w 104"/>
                <a:gd name="T35" fmla="*/ 71 h 171"/>
                <a:gd name="T36" fmla="*/ 50 w 104"/>
                <a:gd name="T37" fmla="*/ 36 h 171"/>
                <a:gd name="T38" fmla="*/ 32 w 104"/>
                <a:gd name="T39" fmla="*/ 54 h 171"/>
                <a:gd name="T40" fmla="*/ 46 w 104"/>
                <a:gd name="T41" fmla="*/ 92 h 171"/>
                <a:gd name="T42" fmla="*/ 47 w 104"/>
                <a:gd name="T43" fmla="*/ 102 h 171"/>
                <a:gd name="T44" fmla="*/ 34 w 104"/>
                <a:gd name="T45" fmla="*/ 135 h 1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04" h="171">
                  <a:moveTo>
                    <a:pt x="63" y="171"/>
                  </a:moveTo>
                  <a:cubicBezTo>
                    <a:pt x="62" y="171"/>
                    <a:pt x="61" y="170"/>
                    <a:pt x="60" y="170"/>
                  </a:cubicBezTo>
                  <a:cubicBezTo>
                    <a:pt x="12" y="158"/>
                    <a:pt x="12" y="158"/>
                    <a:pt x="12" y="158"/>
                  </a:cubicBezTo>
                  <a:cubicBezTo>
                    <a:pt x="8" y="157"/>
                    <a:pt x="5" y="155"/>
                    <a:pt x="3" y="151"/>
                  </a:cubicBezTo>
                  <a:cubicBezTo>
                    <a:pt x="1" y="148"/>
                    <a:pt x="1" y="143"/>
                    <a:pt x="2" y="140"/>
                  </a:cubicBezTo>
                  <a:cubicBezTo>
                    <a:pt x="18" y="97"/>
                    <a:pt x="18" y="97"/>
                    <a:pt x="18" y="97"/>
                  </a:cubicBezTo>
                  <a:cubicBezTo>
                    <a:pt x="2" y="56"/>
                    <a:pt x="2" y="56"/>
                    <a:pt x="2" y="56"/>
                  </a:cubicBezTo>
                  <a:cubicBezTo>
                    <a:pt x="0" y="50"/>
                    <a:pt x="2" y="45"/>
                    <a:pt x="6" y="41"/>
                  </a:cubicBezTo>
                  <a:cubicBezTo>
                    <a:pt x="43" y="5"/>
                    <a:pt x="43" y="5"/>
                    <a:pt x="43" y="5"/>
                  </a:cubicBezTo>
                  <a:cubicBezTo>
                    <a:pt x="46" y="2"/>
                    <a:pt x="50" y="0"/>
                    <a:pt x="54" y="1"/>
                  </a:cubicBezTo>
                  <a:cubicBezTo>
                    <a:pt x="58" y="1"/>
                    <a:pt x="62" y="3"/>
                    <a:pt x="64" y="7"/>
                  </a:cubicBezTo>
                  <a:cubicBezTo>
                    <a:pt x="101" y="61"/>
                    <a:pt x="101" y="61"/>
                    <a:pt x="101" y="61"/>
                  </a:cubicBezTo>
                  <a:cubicBezTo>
                    <a:pt x="103" y="64"/>
                    <a:pt x="104" y="69"/>
                    <a:pt x="103" y="73"/>
                  </a:cubicBezTo>
                  <a:cubicBezTo>
                    <a:pt x="77" y="161"/>
                    <a:pt x="77" y="161"/>
                    <a:pt x="77" y="161"/>
                  </a:cubicBezTo>
                  <a:cubicBezTo>
                    <a:pt x="75" y="167"/>
                    <a:pt x="69" y="171"/>
                    <a:pt x="63" y="171"/>
                  </a:cubicBezTo>
                  <a:close/>
                  <a:moveTo>
                    <a:pt x="34" y="135"/>
                  </a:moveTo>
                  <a:cubicBezTo>
                    <a:pt x="54" y="140"/>
                    <a:pt x="54" y="140"/>
                    <a:pt x="54" y="140"/>
                  </a:cubicBezTo>
                  <a:cubicBezTo>
                    <a:pt x="74" y="71"/>
                    <a:pt x="74" y="71"/>
                    <a:pt x="74" y="71"/>
                  </a:cubicBezTo>
                  <a:cubicBezTo>
                    <a:pt x="50" y="36"/>
                    <a:pt x="50" y="36"/>
                    <a:pt x="50" y="36"/>
                  </a:cubicBezTo>
                  <a:cubicBezTo>
                    <a:pt x="32" y="54"/>
                    <a:pt x="32" y="54"/>
                    <a:pt x="32" y="54"/>
                  </a:cubicBezTo>
                  <a:cubicBezTo>
                    <a:pt x="46" y="92"/>
                    <a:pt x="46" y="92"/>
                    <a:pt x="46" y="92"/>
                  </a:cubicBezTo>
                  <a:cubicBezTo>
                    <a:pt x="48" y="95"/>
                    <a:pt x="48" y="98"/>
                    <a:pt x="47" y="102"/>
                  </a:cubicBezTo>
                  <a:lnTo>
                    <a:pt x="34" y="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45" name="Freeform 280">
              <a:extLst>
                <a:ext uri="{FF2B5EF4-FFF2-40B4-BE49-F238E27FC236}">
                  <a16:creationId xmlns:a16="http://schemas.microsoft.com/office/drawing/2014/main" id="{415A6D59-28F8-9E44-A277-0C35430EA98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397126" y="5183188"/>
              <a:ext cx="954088" cy="954088"/>
            </a:xfrm>
            <a:custGeom>
              <a:avLst/>
              <a:gdLst>
                <a:gd name="T0" fmla="*/ 451 w 902"/>
                <a:gd name="T1" fmla="*/ 902 h 902"/>
                <a:gd name="T2" fmla="*/ 0 w 902"/>
                <a:gd name="T3" fmla="*/ 451 h 902"/>
                <a:gd name="T4" fmla="*/ 451 w 902"/>
                <a:gd name="T5" fmla="*/ 0 h 902"/>
                <a:gd name="T6" fmla="*/ 902 w 902"/>
                <a:gd name="T7" fmla="*/ 451 h 902"/>
                <a:gd name="T8" fmla="*/ 451 w 902"/>
                <a:gd name="T9" fmla="*/ 902 h 902"/>
                <a:gd name="T10" fmla="*/ 451 w 902"/>
                <a:gd name="T11" fmla="*/ 28 h 902"/>
                <a:gd name="T12" fmla="*/ 28 w 902"/>
                <a:gd name="T13" fmla="*/ 451 h 902"/>
                <a:gd name="T14" fmla="*/ 451 w 902"/>
                <a:gd name="T15" fmla="*/ 874 h 902"/>
                <a:gd name="T16" fmla="*/ 874 w 902"/>
                <a:gd name="T17" fmla="*/ 451 h 902"/>
                <a:gd name="T18" fmla="*/ 451 w 902"/>
                <a:gd name="T19" fmla="*/ 28 h 9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02" h="902">
                  <a:moveTo>
                    <a:pt x="451" y="902"/>
                  </a:moveTo>
                  <a:cubicBezTo>
                    <a:pt x="203" y="902"/>
                    <a:pt x="0" y="700"/>
                    <a:pt x="0" y="451"/>
                  </a:cubicBezTo>
                  <a:cubicBezTo>
                    <a:pt x="0" y="203"/>
                    <a:pt x="203" y="0"/>
                    <a:pt x="451" y="0"/>
                  </a:cubicBezTo>
                  <a:cubicBezTo>
                    <a:pt x="700" y="0"/>
                    <a:pt x="902" y="203"/>
                    <a:pt x="902" y="451"/>
                  </a:cubicBezTo>
                  <a:cubicBezTo>
                    <a:pt x="902" y="700"/>
                    <a:pt x="700" y="902"/>
                    <a:pt x="451" y="902"/>
                  </a:cubicBezTo>
                  <a:close/>
                  <a:moveTo>
                    <a:pt x="451" y="28"/>
                  </a:moveTo>
                  <a:cubicBezTo>
                    <a:pt x="218" y="28"/>
                    <a:pt x="28" y="218"/>
                    <a:pt x="28" y="451"/>
                  </a:cubicBezTo>
                  <a:cubicBezTo>
                    <a:pt x="28" y="685"/>
                    <a:pt x="218" y="874"/>
                    <a:pt x="451" y="874"/>
                  </a:cubicBezTo>
                  <a:cubicBezTo>
                    <a:pt x="685" y="874"/>
                    <a:pt x="874" y="685"/>
                    <a:pt x="874" y="451"/>
                  </a:cubicBezTo>
                  <a:cubicBezTo>
                    <a:pt x="874" y="218"/>
                    <a:pt x="685" y="28"/>
                    <a:pt x="451" y="2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46" name="Freeform 281">
              <a:extLst>
                <a:ext uri="{FF2B5EF4-FFF2-40B4-BE49-F238E27FC236}">
                  <a16:creationId xmlns:a16="http://schemas.microsoft.com/office/drawing/2014/main" id="{CDA309BF-C4A2-D54E-AC76-FE59D81E2FE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903538" y="5535613"/>
              <a:ext cx="254000" cy="368300"/>
            </a:xfrm>
            <a:custGeom>
              <a:avLst/>
              <a:gdLst>
                <a:gd name="T0" fmla="*/ 120 w 240"/>
                <a:gd name="T1" fmla="*/ 348 h 348"/>
                <a:gd name="T2" fmla="*/ 110 w 240"/>
                <a:gd name="T3" fmla="*/ 343 h 348"/>
                <a:gd name="T4" fmla="*/ 0 w 240"/>
                <a:gd name="T5" fmla="*/ 120 h 348"/>
                <a:gd name="T6" fmla="*/ 120 w 240"/>
                <a:gd name="T7" fmla="*/ 0 h 348"/>
                <a:gd name="T8" fmla="*/ 240 w 240"/>
                <a:gd name="T9" fmla="*/ 120 h 348"/>
                <a:gd name="T10" fmla="*/ 131 w 240"/>
                <a:gd name="T11" fmla="*/ 343 h 348"/>
                <a:gd name="T12" fmla="*/ 120 w 240"/>
                <a:gd name="T13" fmla="*/ 348 h 348"/>
                <a:gd name="T14" fmla="*/ 120 w 240"/>
                <a:gd name="T15" fmla="*/ 28 h 348"/>
                <a:gd name="T16" fmla="*/ 28 w 240"/>
                <a:gd name="T17" fmla="*/ 120 h 348"/>
                <a:gd name="T18" fmla="*/ 120 w 240"/>
                <a:gd name="T19" fmla="*/ 311 h 348"/>
                <a:gd name="T20" fmla="*/ 212 w 240"/>
                <a:gd name="T21" fmla="*/ 120 h 348"/>
                <a:gd name="T22" fmla="*/ 120 w 240"/>
                <a:gd name="T23" fmla="*/ 28 h 348"/>
                <a:gd name="T24" fmla="*/ 120 w 240"/>
                <a:gd name="T25" fmla="*/ 176 h 348"/>
                <a:gd name="T26" fmla="*/ 66 w 240"/>
                <a:gd name="T27" fmla="*/ 122 h 348"/>
                <a:gd name="T28" fmla="*/ 120 w 240"/>
                <a:gd name="T29" fmla="*/ 68 h 348"/>
                <a:gd name="T30" fmla="*/ 174 w 240"/>
                <a:gd name="T31" fmla="*/ 122 h 348"/>
                <a:gd name="T32" fmla="*/ 120 w 240"/>
                <a:gd name="T33" fmla="*/ 176 h 348"/>
                <a:gd name="T34" fmla="*/ 120 w 240"/>
                <a:gd name="T35" fmla="*/ 96 h 348"/>
                <a:gd name="T36" fmla="*/ 94 w 240"/>
                <a:gd name="T37" fmla="*/ 122 h 348"/>
                <a:gd name="T38" fmla="*/ 120 w 240"/>
                <a:gd name="T39" fmla="*/ 148 h 348"/>
                <a:gd name="T40" fmla="*/ 146 w 240"/>
                <a:gd name="T41" fmla="*/ 122 h 348"/>
                <a:gd name="T42" fmla="*/ 120 w 240"/>
                <a:gd name="T43" fmla="*/ 96 h 3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40" h="348">
                  <a:moveTo>
                    <a:pt x="120" y="348"/>
                  </a:moveTo>
                  <a:cubicBezTo>
                    <a:pt x="116" y="348"/>
                    <a:pt x="113" y="346"/>
                    <a:pt x="110" y="343"/>
                  </a:cubicBezTo>
                  <a:cubicBezTo>
                    <a:pt x="105" y="338"/>
                    <a:pt x="0" y="216"/>
                    <a:pt x="0" y="120"/>
                  </a:cubicBezTo>
                  <a:cubicBezTo>
                    <a:pt x="0" y="53"/>
                    <a:pt x="54" y="0"/>
                    <a:pt x="120" y="0"/>
                  </a:cubicBezTo>
                  <a:cubicBezTo>
                    <a:pt x="187" y="0"/>
                    <a:pt x="240" y="53"/>
                    <a:pt x="240" y="120"/>
                  </a:cubicBezTo>
                  <a:cubicBezTo>
                    <a:pt x="240" y="216"/>
                    <a:pt x="135" y="338"/>
                    <a:pt x="131" y="343"/>
                  </a:cubicBezTo>
                  <a:cubicBezTo>
                    <a:pt x="128" y="346"/>
                    <a:pt x="125" y="348"/>
                    <a:pt x="120" y="348"/>
                  </a:cubicBezTo>
                  <a:close/>
                  <a:moveTo>
                    <a:pt x="120" y="28"/>
                  </a:moveTo>
                  <a:cubicBezTo>
                    <a:pt x="70" y="28"/>
                    <a:pt x="28" y="69"/>
                    <a:pt x="28" y="120"/>
                  </a:cubicBezTo>
                  <a:cubicBezTo>
                    <a:pt x="28" y="188"/>
                    <a:pt x="94" y="278"/>
                    <a:pt x="120" y="311"/>
                  </a:cubicBezTo>
                  <a:cubicBezTo>
                    <a:pt x="147" y="278"/>
                    <a:pt x="212" y="188"/>
                    <a:pt x="212" y="120"/>
                  </a:cubicBezTo>
                  <a:cubicBezTo>
                    <a:pt x="212" y="69"/>
                    <a:pt x="171" y="28"/>
                    <a:pt x="120" y="28"/>
                  </a:cubicBezTo>
                  <a:close/>
                  <a:moveTo>
                    <a:pt x="120" y="176"/>
                  </a:moveTo>
                  <a:cubicBezTo>
                    <a:pt x="91" y="176"/>
                    <a:pt x="66" y="152"/>
                    <a:pt x="66" y="122"/>
                  </a:cubicBezTo>
                  <a:cubicBezTo>
                    <a:pt x="66" y="93"/>
                    <a:pt x="91" y="68"/>
                    <a:pt x="120" y="68"/>
                  </a:cubicBezTo>
                  <a:cubicBezTo>
                    <a:pt x="150" y="68"/>
                    <a:pt x="174" y="93"/>
                    <a:pt x="174" y="122"/>
                  </a:cubicBezTo>
                  <a:cubicBezTo>
                    <a:pt x="174" y="152"/>
                    <a:pt x="150" y="176"/>
                    <a:pt x="120" y="176"/>
                  </a:cubicBezTo>
                  <a:close/>
                  <a:moveTo>
                    <a:pt x="120" y="96"/>
                  </a:moveTo>
                  <a:cubicBezTo>
                    <a:pt x="106" y="96"/>
                    <a:pt x="94" y="108"/>
                    <a:pt x="94" y="122"/>
                  </a:cubicBezTo>
                  <a:cubicBezTo>
                    <a:pt x="94" y="137"/>
                    <a:pt x="106" y="148"/>
                    <a:pt x="120" y="148"/>
                  </a:cubicBezTo>
                  <a:cubicBezTo>
                    <a:pt x="135" y="148"/>
                    <a:pt x="146" y="137"/>
                    <a:pt x="146" y="122"/>
                  </a:cubicBezTo>
                  <a:cubicBezTo>
                    <a:pt x="146" y="108"/>
                    <a:pt x="135" y="96"/>
                    <a:pt x="120" y="9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</p:grpSp>
      <p:grpSp>
        <p:nvGrpSpPr>
          <p:cNvPr id="166" name="그룹 165"/>
          <p:cNvGrpSpPr/>
          <p:nvPr/>
        </p:nvGrpSpPr>
        <p:grpSpPr>
          <a:xfrm>
            <a:off x="5791794" y="2269965"/>
            <a:ext cx="298004" cy="352459"/>
            <a:chOff x="3898901" y="5183188"/>
            <a:chExt cx="790575" cy="935038"/>
          </a:xfrm>
          <a:solidFill>
            <a:schemeClr val="bg1"/>
          </a:solidFill>
        </p:grpSpPr>
        <p:sp>
          <p:nvSpPr>
            <p:cNvPr id="167" name="Freeform 186"/>
            <p:cNvSpPr>
              <a:spLocks/>
            </p:cNvSpPr>
            <p:nvPr/>
          </p:nvSpPr>
          <p:spPr bwMode="auto">
            <a:xfrm>
              <a:off x="4330701" y="5224463"/>
              <a:ext cx="92075" cy="311150"/>
            </a:xfrm>
            <a:custGeom>
              <a:avLst/>
              <a:gdLst>
                <a:gd name="T0" fmla="*/ 73 w 87"/>
                <a:gd name="T1" fmla="*/ 294 h 294"/>
                <a:gd name="T2" fmla="*/ 59 w 87"/>
                <a:gd name="T3" fmla="*/ 281 h 294"/>
                <a:gd name="T4" fmla="*/ 4 w 87"/>
                <a:gd name="T5" fmla="*/ 23 h 294"/>
                <a:gd name="T6" fmla="*/ 9 w 87"/>
                <a:gd name="T7" fmla="*/ 4 h 294"/>
                <a:gd name="T8" fmla="*/ 29 w 87"/>
                <a:gd name="T9" fmla="*/ 9 h 294"/>
                <a:gd name="T10" fmla="*/ 87 w 87"/>
                <a:gd name="T11" fmla="*/ 280 h 294"/>
                <a:gd name="T12" fmla="*/ 73 w 87"/>
                <a:gd name="T13" fmla="*/ 294 h 294"/>
                <a:gd name="T14" fmla="*/ 73 w 87"/>
                <a:gd name="T15" fmla="*/ 294 h 2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7" h="294">
                  <a:moveTo>
                    <a:pt x="73" y="294"/>
                  </a:moveTo>
                  <a:cubicBezTo>
                    <a:pt x="65" y="294"/>
                    <a:pt x="59" y="289"/>
                    <a:pt x="59" y="281"/>
                  </a:cubicBezTo>
                  <a:cubicBezTo>
                    <a:pt x="54" y="171"/>
                    <a:pt x="33" y="75"/>
                    <a:pt x="4" y="23"/>
                  </a:cubicBezTo>
                  <a:cubicBezTo>
                    <a:pt x="0" y="16"/>
                    <a:pt x="3" y="8"/>
                    <a:pt x="9" y="4"/>
                  </a:cubicBezTo>
                  <a:cubicBezTo>
                    <a:pt x="16" y="0"/>
                    <a:pt x="25" y="3"/>
                    <a:pt x="29" y="9"/>
                  </a:cubicBezTo>
                  <a:cubicBezTo>
                    <a:pt x="60" y="65"/>
                    <a:pt x="82" y="166"/>
                    <a:pt x="87" y="280"/>
                  </a:cubicBezTo>
                  <a:cubicBezTo>
                    <a:pt x="87" y="288"/>
                    <a:pt x="81" y="294"/>
                    <a:pt x="73" y="294"/>
                  </a:cubicBezTo>
                  <a:cubicBezTo>
                    <a:pt x="73" y="294"/>
                    <a:pt x="73" y="294"/>
                    <a:pt x="73" y="29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68" name="Freeform 187"/>
            <p:cNvSpPr>
              <a:spLocks/>
            </p:cNvSpPr>
            <p:nvPr/>
          </p:nvSpPr>
          <p:spPr bwMode="auto">
            <a:xfrm>
              <a:off x="4165601" y="5224463"/>
              <a:ext cx="92075" cy="317500"/>
            </a:xfrm>
            <a:custGeom>
              <a:avLst/>
              <a:gdLst>
                <a:gd name="T0" fmla="*/ 14 w 87"/>
                <a:gd name="T1" fmla="*/ 300 h 300"/>
                <a:gd name="T2" fmla="*/ 14 w 87"/>
                <a:gd name="T3" fmla="*/ 300 h 300"/>
                <a:gd name="T4" fmla="*/ 0 w 87"/>
                <a:gd name="T5" fmla="*/ 285 h 300"/>
                <a:gd name="T6" fmla="*/ 59 w 87"/>
                <a:gd name="T7" fmla="*/ 9 h 300"/>
                <a:gd name="T8" fmla="*/ 78 w 87"/>
                <a:gd name="T9" fmla="*/ 4 h 300"/>
                <a:gd name="T10" fmla="*/ 83 w 87"/>
                <a:gd name="T11" fmla="*/ 23 h 300"/>
                <a:gd name="T12" fmla="*/ 28 w 87"/>
                <a:gd name="T13" fmla="*/ 287 h 300"/>
                <a:gd name="T14" fmla="*/ 14 w 87"/>
                <a:gd name="T15" fmla="*/ 300 h 3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7" h="300">
                  <a:moveTo>
                    <a:pt x="14" y="300"/>
                  </a:moveTo>
                  <a:cubicBezTo>
                    <a:pt x="14" y="300"/>
                    <a:pt x="14" y="300"/>
                    <a:pt x="14" y="300"/>
                  </a:cubicBezTo>
                  <a:cubicBezTo>
                    <a:pt x="6" y="300"/>
                    <a:pt x="0" y="293"/>
                    <a:pt x="0" y="285"/>
                  </a:cubicBezTo>
                  <a:cubicBezTo>
                    <a:pt x="5" y="169"/>
                    <a:pt x="27" y="65"/>
                    <a:pt x="59" y="9"/>
                  </a:cubicBezTo>
                  <a:cubicBezTo>
                    <a:pt x="62" y="2"/>
                    <a:pt x="71" y="0"/>
                    <a:pt x="78" y="4"/>
                  </a:cubicBezTo>
                  <a:cubicBezTo>
                    <a:pt x="84" y="7"/>
                    <a:pt x="87" y="16"/>
                    <a:pt x="83" y="23"/>
                  </a:cubicBezTo>
                  <a:cubicBezTo>
                    <a:pt x="53" y="75"/>
                    <a:pt x="32" y="174"/>
                    <a:pt x="28" y="287"/>
                  </a:cubicBezTo>
                  <a:cubicBezTo>
                    <a:pt x="28" y="294"/>
                    <a:pt x="22" y="300"/>
                    <a:pt x="14" y="30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69" name="Freeform 188"/>
            <p:cNvSpPr>
              <a:spLocks noEditPoints="1"/>
            </p:cNvSpPr>
            <p:nvPr/>
          </p:nvSpPr>
          <p:spPr bwMode="auto">
            <a:xfrm>
              <a:off x="3900488" y="5183188"/>
              <a:ext cx="787400" cy="406400"/>
            </a:xfrm>
            <a:custGeom>
              <a:avLst/>
              <a:gdLst>
                <a:gd name="T0" fmla="*/ 729 w 743"/>
                <a:gd name="T1" fmla="*/ 385 h 385"/>
                <a:gd name="T2" fmla="*/ 14 w 743"/>
                <a:gd name="T3" fmla="*/ 385 h 385"/>
                <a:gd name="T4" fmla="*/ 0 w 743"/>
                <a:gd name="T5" fmla="*/ 371 h 385"/>
                <a:gd name="T6" fmla="*/ 371 w 743"/>
                <a:gd name="T7" fmla="*/ 0 h 385"/>
                <a:gd name="T8" fmla="*/ 743 w 743"/>
                <a:gd name="T9" fmla="*/ 371 h 385"/>
                <a:gd name="T10" fmla="*/ 729 w 743"/>
                <a:gd name="T11" fmla="*/ 385 h 385"/>
                <a:gd name="T12" fmla="*/ 29 w 743"/>
                <a:gd name="T13" fmla="*/ 357 h 385"/>
                <a:gd name="T14" fmla="*/ 714 w 743"/>
                <a:gd name="T15" fmla="*/ 357 h 385"/>
                <a:gd name="T16" fmla="*/ 371 w 743"/>
                <a:gd name="T17" fmla="*/ 28 h 385"/>
                <a:gd name="T18" fmla="*/ 29 w 743"/>
                <a:gd name="T19" fmla="*/ 357 h 3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43" h="385">
                  <a:moveTo>
                    <a:pt x="729" y="385"/>
                  </a:moveTo>
                  <a:cubicBezTo>
                    <a:pt x="14" y="385"/>
                    <a:pt x="14" y="385"/>
                    <a:pt x="14" y="385"/>
                  </a:cubicBezTo>
                  <a:cubicBezTo>
                    <a:pt x="7" y="385"/>
                    <a:pt x="0" y="379"/>
                    <a:pt x="0" y="371"/>
                  </a:cubicBezTo>
                  <a:cubicBezTo>
                    <a:pt x="0" y="167"/>
                    <a:pt x="167" y="0"/>
                    <a:pt x="371" y="0"/>
                  </a:cubicBezTo>
                  <a:cubicBezTo>
                    <a:pt x="576" y="0"/>
                    <a:pt x="743" y="167"/>
                    <a:pt x="743" y="371"/>
                  </a:cubicBezTo>
                  <a:cubicBezTo>
                    <a:pt x="743" y="379"/>
                    <a:pt x="736" y="385"/>
                    <a:pt x="729" y="385"/>
                  </a:cubicBezTo>
                  <a:close/>
                  <a:moveTo>
                    <a:pt x="29" y="357"/>
                  </a:moveTo>
                  <a:cubicBezTo>
                    <a:pt x="714" y="357"/>
                    <a:pt x="714" y="357"/>
                    <a:pt x="714" y="357"/>
                  </a:cubicBezTo>
                  <a:cubicBezTo>
                    <a:pt x="707" y="175"/>
                    <a:pt x="556" y="28"/>
                    <a:pt x="371" y="28"/>
                  </a:cubicBezTo>
                  <a:cubicBezTo>
                    <a:pt x="187" y="28"/>
                    <a:pt x="36" y="175"/>
                    <a:pt x="29" y="35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70" name="Freeform 189"/>
            <p:cNvSpPr>
              <a:spLocks/>
            </p:cNvSpPr>
            <p:nvPr/>
          </p:nvSpPr>
          <p:spPr bwMode="auto">
            <a:xfrm>
              <a:off x="3898901" y="5557838"/>
              <a:ext cx="415925" cy="269875"/>
            </a:xfrm>
            <a:custGeom>
              <a:avLst/>
              <a:gdLst>
                <a:gd name="T0" fmla="*/ 377 w 393"/>
                <a:gd name="T1" fmla="*/ 254 h 254"/>
                <a:gd name="T2" fmla="*/ 370 w 393"/>
                <a:gd name="T3" fmla="*/ 252 h 254"/>
                <a:gd name="T4" fmla="*/ 9 w 393"/>
                <a:gd name="T5" fmla="*/ 28 h 254"/>
                <a:gd name="T6" fmla="*/ 5 w 393"/>
                <a:gd name="T7" fmla="*/ 9 h 254"/>
                <a:gd name="T8" fmla="*/ 24 w 393"/>
                <a:gd name="T9" fmla="*/ 4 h 254"/>
                <a:gd name="T10" fmla="*/ 385 w 393"/>
                <a:gd name="T11" fmla="*/ 228 h 254"/>
                <a:gd name="T12" fmla="*/ 389 w 393"/>
                <a:gd name="T13" fmla="*/ 248 h 254"/>
                <a:gd name="T14" fmla="*/ 377 w 393"/>
                <a:gd name="T15" fmla="*/ 254 h 2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93" h="254">
                  <a:moveTo>
                    <a:pt x="377" y="254"/>
                  </a:moveTo>
                  <a:cubicBezTo>
                    <a:pt x="375" y="254"/>
                    <a:pt x="372" y="254"/>
                    <a:pt x="370" y="252"/>
                  </a:cubicBezTo>
                  <a:cubicBezTo>
                    <a:pt x="9" y="28"/>
                    <a:pt x="9" y="28"/>
                    <a:pt x="9" y="28"/>
                  </a:cubicBezTo>
                  <a:cubicBezTo>
                    <a:pt x="2" y="24"/>
                    <a:pt x="0" y="16"/>
                    <a:pt x="5" y="9"/>
                  </a:cubicBezTo>
                  <a:cubicBezTo>
                    <a:pt x="9" y="2"/>
                    <a:pt x="17" y="0"/>
                    <a:pt x="24" y="4"/>
                  </a:cubicBezTo>
                  <a:cubicBezTo>
                    <a:pt x="385" y="228"/>
                    <a:pt x="385" y="228"/>
                    <a:pt x="385" y="228"/>
                  </a:cubicBezTo>
                  <a:cubicBezTo>
                    <a:pt x="391" y="232"/>
                    <a:pt x="393" y="241"/>
                    <a:pt x="389" y="248"/>
                  </a:cubicBezTo>
                  <a:cubicBezTo>
                    <a:pt x="386" y="252"/>
                    <a:pt x="382" y="254"/>
                    <a:pt x="377" y="25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71" name="Freeform 190"/>
            <p:cNvSpPr>
              <a:spLocks/>
            </p:cNvSpPr>
            <p:nvPr/>
          </p:nvSpPr>
          <p:spPr bwMode="auto">
            <a:xfrm>
              <a:off x="4279901" y="5557838"/>
              <a:ext cx="409575" cy="269875"/>
            </a:xfrm>
            <a:custGeom>
              <a:avLst/>
              <a:gdLst>
                <a:gd name="T0" fmla="*/ 16 w 386"/>
                <a:gd name="T1" fmla="*/ 254 h 254"/>
                <a:gd name="T2" fmla="*/ 4 w 386"/>
                <a:gd name="T3" fmla="*/ 248 h 254"/>
                <a:gd name="T4" fmla="*/ 9 w 386"/>
                <a:gd name="T5" fmla="*/ 228 h 254"/>
                <a:gd name="T6" fmla="*/ 362 w 386"/>
                <a:gd name="T7" fmla="*/ 5 h 254"/>
                <a:gd name="T8" fmla="*/ 381 w 386"/>
                <a:gd name="T9" fmla="*/ 9 h 254"/>
                <a:gd name="T10" fmla="*/ 377 w 386"/>
                <a:gd name="T11" fmla="*/ 28 h 254"/>
                <a:gd name="T12" fmla="*/ 24 w 386"/>
                <a:gd name="T13" fmla="*/ 252 h 254"/>
                <a:gd name="T14" fmla="*/ 16 w 386"/>
                <a:gd name="T15" fmla="*/ 254 h 2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86" h="254">
                  <a:moveTo>
                    <a:pt x="16" y="254"/>
                  </a:moveTo>
                  <a:cubicBezTo>
                    <a:pt x="12" y="254"/>
                    <a:pt x="7" y="252"/>
                    <a:pt x="4" y="248"/>
                  </a:cubicBezTo>
                  <a:cubicBezTo>
                    <a:pt x="0" y="241"/>
                    <a:pt x="2" y="233"/>
                    <a:pt x="9" y="228"/>
                  </a:cubicBezTo>
                  <a:cubicBezTo>
                    <a:pt x="362" y="5"/>
                    <a:pt x="362" y="5"/>
                    <a:pt x="362" y="5"/>
                  </a:cubicBezTo>
                  <a:cubicBezTo>
                    <a:pt x="369" y="0"/>
                    <a:pt x="377" y="2"/>
                    <a:pt x="381" y="9"/>
                  </a:cubicBezTo>
                  <a:cubicBezTo>
                    <a:pt x="386" y="15"/>
                    <a:pt x="384" y="24"/>
                    <a:pt x="377" y="28"/>
                  </a:cubicBezTo>
                  <a:cubicBezTo>
                    <a:pt x="24" y="252"/>
                    <a:pt x="24" y="252"/>
                    <a:pt x="24" y="252"/>
                  </a:cubicBezTo>
                  <a:cubicBezTo>
                    <a:pt x="21" y="254"/>
                    <a:pt x="19" y="254"/>
                    <a:pt x="16" y="25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72" name="Freeform 191"/>
            <p:cNvSpPr>
              <a:spLocks/>
            </p:cNvSpPr>
            <p:nvPr/>
          </p:nvSpPr>
          <p:spPr bwMode="auto">
            <a:xfrm>
              <a:off x="4279901" y="5557838"/>
              <a:ext cx="152400" cy="269875"/>
            </a:xfrm>
            <a:custGeom>
              <a:avLst/>
              <a:gdLst>
                <a:gd name="T0" fmla="*/ 16 w 144"/>
                <a:gd name="T1" fmla="*/ 254 h 254"/>
                <a:gd name="T2" fmla="*/ 10 w 144"/>
                <a:gd name="T3" fmla="*/ 253 h 254"/>
                <a:gd name="T4" fmla="*/ 4 w 144"/>
                <a:gd name="T5" fmla="*/ 234 h 254"/>
                <a:gd name="T6" fmla="*/ 116 w 144"/>
                <a:gd name="T7" fmla="*/ 10 h 254"/>
                <a:gd name="T8" fmla="*/ 135 w 144"/>
                <a:gd name="T9" fmla="*/ 4 h 254"/>
                <a:gd name="T10" fmla="*/ 141 w 144"/>
                <a:gd name="T11" fmla="*/ 23 h 254"/>
                <a:gd name="T12" fmla="*/ 29 w 144"/>
                <a:gd name="T13" fmla="*/ 247 h 254"/>
                <a:gd name="T14" fmla="*/ 16 w 144"/>
                <a:gd name="T15" fmla="*/ 254 h 2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44" h="254">
                  <a:moveTo>
                    <a:pt x="16" y="254"/>
                  </a:moveTo>
                  <a:cubicBezTo>
                    <a:pt x="14" y="254"/>
                    <a:pt x="12" y="254"/>
                    <a:pt x="10" y="253"/>
                  </a:cubicBezTo>
                  <a:cubicBezTo>
                    <a:pt x="3" y="249"/>
                    <a:pt x="0" y="241"/>
                    <a:pt x="4" y="234"/>
                  </a:cubicBezTo>
                  <a:cubicBezTo>
                    <a:pt x="116" y="10"/>
                    <a:pt x="116" y="10"/>
                    <a:pt x="116" y="10"/>
                  </a:cubicBezTo>
                  <a:cubicBezTo>
                    <a:pt x="119" y="3"/>
                    <a:pt x="128" y="0"/>
                    <a:pt x="135" y="4"/>
                  </a:cubicBezTo>
                  <a:cubicBezTo>
                    <a:pt x="142" y="7"/>
                    <a:pt x="144" y="16"/>
                    <a:pt x="141" y="23"/>
                  </a:cubicBezTo>
                  <a:cubicBezTo>
                    <a:pt x="29" y="247"/>
                    <a:pt x="29" y="247"/>
                    <a:pt x="29" y="247"/>
                  </a:cubicBezTo>
                  <a:cubicBezTo>
                    <a:pt x="26" y="251"/>
                    <a:pt x="21" y="254"/>
                    <a:pt x="16" y="25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73" name="Freeform 192"/>
            <p:cNvSpPr>
              <a:spLocks/>
            </p:cNvSpPr>
            <p:nvPr/>
          </p:nvSpPr>
          <p:spPr bwMode="auto">
            <a:xfrm>
              <a:off x="4162426" y="5557838"/>
              <a:ext cx="152400" cy="269875"/>
            </a:xfrm>
            <a:custGeom>
              <a:avLst/>
              <a:gdLst>
                <a:gd name="T0" fmla="*/ 128 w 144"/>
                <a:gd name="T1" fmla="*/ 254 h 254"/>
                <a:gd name="T2" fmla="*/ 116 w 144"/>
                <a:gd name="T3" fmla="*/ 247 h 254"/>
                <a:gd name="T4" fmla="*/ 3 w 144"/>
                <a:gd name="T5" fmla="*/ 23 h 254"/>
                <a:gd name="T6" fmla="*/ 10 w 144"/>
                <a:gd name="T7" fmla="*/ 4 h 254"/>
                <a:gd name="T8" fmla="*/ 28 w 144"/>
                <a:gd name="T9" fmla="*/ 10 h 254"/>
                <a:gd name="T10" fmla="*/ 141 w 144"/>
                <a:gd name="T11" fmla="*/ 234 h 254"/>
                <a:gd name="T12" fmla="*/ 134 w 144"/>
                <a:gd name="T13" fmla="*/ 253 h 254"/>
                <a:gd name="T14" fmla="*/ 128 w 144"/>
                <a:gd name="T15" fmla="*/ 254 h 2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44" h="254">
                  <a:moveTo>
                    <a:pt x="128" y="254"/>
                  </a:moveTo>
                  <a:cubicBezTo>
                    <a:pt x="123" y="254"/>
                    <a:pt x="118" y="251"/>
                    <a:pt x="116" y="247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0" y="16"/>
                    <a:pt x="3" y="7"/>
                    <a:pt x="10" y="4"/>
                  </a:cubicBezTo>
                  <a:cubicBezTo>
                    <a:pt x="17" y="0"/>
                    <a:pt x="25" y="3"/>
                    <a:pt x="28" y="10"/>
                  </a:cubicBezTo>
                  <a:cubicBezTo>
                    <a:pt x="141" y="234"/>
                    <a:pt x="141" y="234"/>
                    <a:pt x="141" y="234"/>
                  </a:cubicBezTo>
                  <a:cubicBezTo>
                    <a:pt x="144" y="241"/>
                    <a:pt x="141" y="249"/>
                    <a:pt x="134" y="253"/>
                  </a:cubicBezTo>
                  <a:cubicBezTo>
                    <a:pt x="132" y="254"/>
                    <a:pt x="130" y="254"/>
                    <a:pt x="128" y="25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74" name="Freeform 198"/>
            <p:cNvSpPr>
              <a:spLocks noEditPoints="1"/>
            </p:cNvSpPr>
            <p:nvPr/>
          </p:nvSpPr>
          <p:spPr bwMode="auto">
            <a:xfrm>
              <a:off x="4321176" y="5969001"/>
              <a:ext cx="155575" cy="93663"/>
            </a:xfrm>
            <a:custGeom>
              <a:avLst/>
              <a:gdLst>
                <a:gd name="T0" fmla="*/ 0 w 146"/>
                <a:gd name="T1" fmla="*/ 88 h 88"/>
                <a:gd name="T2" fmla="*/ 146 w 146"/>
                <a:gd name="T3" fmla="*/ 88 h 88"/>
                <a:gd name="T4" fmla="*/ 146 w 146"/>
                <a:gd name="T5" fmla="*/ 0 h 88"/>
                <a:gd name="T6" fmla="*/ 0 w 146"/>
                <a:gd name="T7" fmla="*/ 0 h 88"/>
                <a:gd name="T8" fmla="*/ 0 w 146"/>
                <a:gd name="T9" fmla="*/ 88 h 88"/>
                <a:gd name="T10" fmla="*/ 121 w 146"/>
                <a:gd name="T11" fmla="*/ 61 h 88"/>
                <a:gd name="T12" fmla="*/ 24 w 146"/>
                <a:gd name="T13" fmla="*/ 61 h 88"/>
                <a:gd name="T14" fmla="*/ 20 w 146"/>
                <a:gd name="T15" fmla="*/ 57 h 88"/>
                <a:gd name="T16" fmla="*/ 24 w 146"/>
                <a:gd name="T17" fmla="*/ 52 h 88"/>
                <a:gd name="T18" fmla="*/ 121 w 146"/>
                <a:gd name="T19" fmla="*/ 52 h 88"/>
                <a:gd name="T20" fmla="*/ 125 w 146"/>
                <a:gd name="T21" fmla="*/ 57 h 88"/>
                <a:gd name="T22" fmla="*/ 121 w 146"/>
                <a:gd name="T23" fmla="*/ 61 h 88"/>
                <a:gd name="T24" fmla="*/ 121 w 146"/>
                <a:gd name="T25" fmla="*/ 35 h 88"/>
                <a:gd name="T26" fmla="*/ 24 w 146"/>
                <a:gd name="T27" fmla="*/ 35 h 88"/>
                <a:gd name="T28" fmla="*/ 20 w 146"/>
                <a:gd name="T29" fmla="*/ 31 h 88"/>
                <a:gd name="T30" fmla="*/ 24 w 146"/>
                <a:gd name="T31" fmla="*/ 26 h 88"/>
                <a:gd name="T32" fmla="*/ 121 w 146"/>
                <a:gd name="T33" fmla="*/ 26 h 88"/>
                <a:gd name="T34" fmla="*/ 125 w 146"/>
                <a:gd name="T35" fmla="*/ 31 h 88"/>
                <a:gd name="T36" fmla="*/ 121 w 146"/>
                <a:gd name="T37" fmla="*/ 35 h 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46" h="88">
                  <a:moveTo>
                    <a:pt x="0" y="88"/>
                  </a:moveTo>
                  <a:cubicBezTo>
                    <a:pt x="146" y="88"/>
                    <a:pt x="146" y="88"/>
                    <a:pt x="146" y="88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0" y="88"/>
                  </a:lnTo>
                  <a:close/>
                  <a:moveTo>
                    <a:pt x="121" y="61"/>
                  </a:moveTo>
                  <a:cubicBezTo>
                    <a:pt x="24" y="61"/>
                    <a:pt x="24" y="61"/>
                    <a:pt x="24" y="61"/>
                  </a:cubicBezTo>
                  <a:cubicBezTo>
                    <a:pt x="22" y="61"/>
                    <a:pt x="20" y="59"/>
                    <a:pt x="20" y="57"/>
                  </a:cubicBezTo>
                  <a:cubicBezTo>
                    <a:pt x="20" y="54"/>
                    <a:pt x="22" y="52"/>
                    <a:pt x="24" y="52"/>
                  </a:cubicBezTo>
                  <a:cubicBezTo>
                    <a:pt x="121" y="52"/>
                    <a:pt x="121" y="52"/>
                    <a:pt x="121" y="52"/>
                  </a:cubicBezTo>
                  <a:cubicBezTo>
                    <a:pt x="123" y="52"/>
                    <a:pt x="125" y="54"/>
                    <a:pt x="125" y="57"/>
                  </a:cubicBezTo>
                  <a:cubicBezTo>
                    <a:pt x="125" y="59"/>
                    <a:pt x="123" y="61"/>
                    <a:pt x="121" y="61"/>
                  </a:cubicBezTo>
                  <a:moveTo>
                    <a:pt x="121" y="35"/>
                  </a:moveTo>
                  <a:cubicBezTo>
                    <a:pt x="24" y="35"/>
                    <a:pt x="24" y="35"/>
                    <a:pt x="24" y="35"/>
                  </a:cubicBezTo>
                  <a:cubicBezTo>
                    <a:pt x="22" y="35"/>
                    <a:pt x="20" y="33"/>
                    <a:pt x="20" y="31"/>
                  </a:cubicBezTo>
                  <a:cubicBezTo>
                    <a:pt x="20" y="28"/>
                    <a:pt x="22" y="26"/>
                    <a:pt x="24" y="26"/>
                  </a:cubicBezTo>
                  <a:cubicBezTo>
                    <a:pt x="121" y="26"/>
                    <a:pt x="121" y="26"/>
                    <a:pt x="121" y="26"/>
                  </a:cubicBezTo>
                  <a:cubicBezTo>
                    <a:pt x="123" y="26"/>
                    <a:pt x="125" y="28"/>
                    <a:pt x="125" y="31"/>
                  </a:cubicBezTo>
                  <a:cubicBezTo>
                    <a:pt x="125" y="33"/>
                    <a:pt x="123" y="35"/>
                    <a:pt x="121" y="35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75" name="Freeform 199"/>
            <p:cNvSpPr>
              <a:spLocks noEditPoints="1"/>
            </p:cNvSpPr>
            <p:nvPr/>
          </p:nvSpPr>
          <p:spPr bwMode="auto">
            <a:xfrm>
              <a:off x="4062413" y="5797551"/>
              <a:ext cx="469900" cy="320675"/>
            </a:xfrm>
            <a:custGeom>
              <a:avLst/>
              <a:gdLst>
                <a:gd name="T0" fmla="*/ 430 w 444"/>
                <a:gd name="T1" fmla="*/ 303 h 303"/>
                <a:gd name="T2" fmla="*/ 14 w 444"/>
                <a:gd name="T3" fmla="*/ 303 h 303"/>
                <a:gd name="T4" fmla="*/ 0 w 444"/>
                <a:gd name="T5" fmla="*/ 289 h 303"/>
                <a:gd name="T6" fmla="*/ 0 w 444"/>
                <a:gd name="T7" fmla="*/ 14 h 303"/>
                <a:gd name="T8" fmla="*/ 14 w 444"/>
                <a:gd name="T9" fmla="*/ 0 h 303"/>
                <a:gd name="T10" fmla="*/ 430 w 444"/>
                <a:gd name="T11" fmla="*/ 0 h 303"/>
                <a:gd name="T12" fmla="*/ 444 w 444"/>
                <a:gd name="T13" fmla="*/ 14 h 303"/>
                <a:gd name="T14" fmla="*/ 444 w 444"/>
                <a:gd name="T15" fmla="*/ 289 h 303"/>
                <a:gd name="T16" fmla="*/ 430 w 444"/>
                <a:gd name="T17" fmla="*/ 303 h 303"/>
                <a:gd name="T18" fmla="*/ 28 w 444"/>
                <a:gd name="T19" fmla="*/ 275 h 303"/>
                <a:gd name="T20" fmla="*/ 416 w 444"/>
                <a:gd name="T21" fmla="*/ 275 h 303"/>
                <a:gd name="T22" fmla="*/ 416 w 444"/>
                <a:gd name="T23" fmla="*/ 28 h 303"/>
                <a:gd name="T24" fmla="*/ 28 w 444"/>
                <a:gd name="T25" fmla="*/ 28 h 303"/>
                <a:gd name="T26" fmla="*/ 28 w 444"/>
                <a:gd name="T27" fmla="*/ 275 h 3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444" h="303">
                  <a:moveTo>
                    <a:pt x="430" y="303"/>
                  </a:moveTo>
                  <a:cubicBezTo>
                    <a:pt x="14" y="303"/>
                    <a:pt x="14" y="303"/>
                    <a:pt x="14" y="303"/>
                  </a:cubicBezTo>
                  <a:cubicBezTo>
                    <a:pt x="6" y="303"/>
                    <a:pt x="0" y="297"/>
                    <a:pt x="0" y="289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7"/>
                    <a:pt x="6" y="0"/>
                    <a:pt x="14" y="0"/>
                  </a:cubicBezTo>
                  <a:cubicBezTo>
                    <a:pt x="430" y="0"/>
                    <a:pt x="430" y="0"/>
                    <a:pt x="430" y="0"/>
                  </a:cubicBezTo>
                  <a:cubicBezTo>
                    <a:pt x="438" y="0"/>
                    <a:pt x="444" y="7"/>
                    <a:pt x="444" y="14"/>
                  </a:cubicBezTo>
                  <a:cubicBezTo>
                    <a:pt x="444" y="289"/>
                    <a:pt x="444" y="289"/>
                    <a:pt x="444" y="289"/>
                  </a:cubicBezTo>
                  <a:cubicBezTo>
                    <a:pt x="444" y="297"/>
                    <a:pt x="438" y="303"/>
                    <a:pt x="430" y="303"/>
                  </a:cubicBezTo>
                  <a:close/>
                  <a:moveTo>
                    <a:pt x="28" y="275"/>
                  </a:moveTo>
                  <a:cubicBezTo>
                    <a:pt x="416" y="275"/>
                    <a:pt x="416" y="275"/>
                    <a:pt x="416" y="275"/>
                  </a:cubicBezTo>
                  <a:cubicBezTo>
                    <a:pt x="416" y="28"/>
                    <a:pt x="416" y="28"/>
                    <a:pt x="416" y="28"/>
                  </a:cubicBezTo>
                  <a:cubicBezTo>
                    <a:pt x="28" y="28"/>
                    <a:pt x="28" y="28"/>
                    <a:pt x="28" y="28"/>
                  </a:cubicBezTo>
                  <a:lnTo>
                    <a:pt x="28" y="2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</p:grpSp>
      <p:sp>
        <p:nvSpPr>
          <p:cNvPr id="177" name="직사각형 176">
            <a:extLst>
              <a:ext uri="{FF2B5EF4-FFF2-40B4-BE49-F238E27FC236}">
                <a16:creationId xmlns:a16="http://schemas.microsoft.com/office/drawing/2014/main" id="{6CCAC59D-4595-0741-99B6-21B7850D784B}"/>
              </a:ext>
            </a:extLst>
          </p:cNvPr>
          <p:cNvSpPr/>
          <p:nvPr/>
        </p:nvSpPr>
        <p:spPr>
          <a:xfrm>
            <a:off x="4625450" y="0"/>
            <a:ext cx="2407701" cy="170373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x-none" altLang="en-US"/>
          </a:p>
        </p:txBody>
      </p:sp>
      <p:sp>
        <p:nvSpPr>
          <p:cNvPr id="100" name="TextBox 99"/>
          <p:cNvSpPr txBox="1"/>
          <p:nvPr/>
        </p:nvSpPr>
        <p:spPr>
          <a:xfrm>
            <a:off x="3689721" y="1025495"/>
            <a:ext cx="4319517" cy="83099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ko-KR" altLang="en-US" sz="4800" dirty="0">
                <a:latin typeface="페이퍼로지 7 Bold" pitchFamily="2" charset="-127"/>
                <a:ea typeface="페이퍼로지 7 Bold" pitchFamily="2" charset="-127"/>
              </a:rPr>
              <a:t>제품 규격과 용량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3710425" y="692193"/>
            <a:ext cx="4278108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ko-KR" sz="2000" dirty="0">
                <a:solidFill>
                  <a:srgbClr val="C00000"/>
                </a:solidFill>
                <a:latin typeface="페이퍼로지 5 Medium" pitchFamily="2" charset="-127"/>
                <a:ea typeface="페이퍼로지 5 Medium" pitchFamily="2" charset="-127"/>
              </a:rPr>
              <a:t>K1 </a:t>
            </a:r>
            <a:r>
              <a:rPr kumimoji="1" lang="ko-KR" altLang="en-US" sz="2000" dirty="0">
                <a:solidFill>
                  <a:srgbClr val="C00000"/>
                </a:solidFill>
                <a:latin typeface="페이퍼로지 5 Medium" pitchFamily="2" charset="-127"/>
                <a:ea typeface="페이퍼로지 5 Medium" pitchFamily="2" charset="-127"/>
              </a:rPr>
              <a:t>특수 </a:t>
            </a:r>
            <a:r>
              <a:rPr kumimoji="1" lang="ko-KR" altLang="en-US" sz="2000" dirty="0" err="1">
                <a:solidFill>
                  <a:srgbClr val="C00000"/>
                </a:solidFill>
                <a:latin typeface="페이퍼로지 5 Medium" pitchFamily="2" charset="-127"/>
                <a:ea typeface="페이퍼로지 5 Medium" pitchFamily="2" charset="-127"/>
              </a:rPr>
              <a:t>초강력</a:t>
            </a:r>
            <a:r>
              <a:rPr kumimoji="1" lang="ko-KR" altLang="en-US" sz="2000" dirty="0">
                <a:solidFill>
                  <a:srgbClr val="C00000"/>
                </a:solidFill>
                <a:latin typeface="페이퍼로지 5 Medium" pitchFamily="2" charset="-127"/>
                <a:ea typeface="페이퍼로지 5 Medium" pitchFamily="2" charset="-127"/>
              </a:rPr>
              <a:t> 방수제</a:t>
            </a:r>
          </a:p>
        </p:txBody>
      </p:sp>
      <p:pic>
        <p:nvPicPr>
          <p:cNvPr id="178" name="그림 17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57303" y="1225653"/>
            <a:ext cx="3069448" cy="4604173"/>
          </a:xfrm>
          <a:prstGeom prst="rect">
            <a:avLst/>
          </a:prstGeom>
        </p:spPr>
      </p:pic>
      <p:sp>
        <p:nvSpPr>
          <p:cNvPr id="179" name="TextBox 178"/>
          <p:cNvSpPr txBox="1"/>
          <p:nvPr/>
        </p:nvSpPr>
        <p:spPr>
          <a:xfrm>
            <a:off x="4015149" y="4956772"/>
            <a:ext cx="1563258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latinLnBrk="0">
              <a:lnSpc>
                <a:spcPct val="120000"/>
              </a:lnSpc>
              <a:defRPr/>
            </a:pPr>
            <a:r>
              <a:rPr lang="en-US" altLang="ko-KR" sz="3000" dirty="0">
                <a:ln>
                  <a:solidFill>
                    <a:srgbClr val="6A8797">
                      <a:alpha val="0"/>
                    </a:srgbClr>
                  </a:solidFill>
                </a:ln>
                <a:latin typeface="+mj-lt"/>
                <a:ea typeface="맑은 고딕" pitchFamily="50" charset="-127"/>
                <a:cs typeface="Calibri Light" panose="020F0302020204030204" pitchFamily="34" charset="0"/>
              </a:rPr>
              <a:t>K-1 (CT-10)</a:t>
            </a:r>
          </a:p>
        </p:txBody>
      </p:sp>
      <p:sp>
        <p:nvSpPr>
          <p:cNvPr id="180" name="직사각형 179"/>
          <p:cNvSpPr/>
          <p:nvPr/>
        </p:nvSpPr>
        <p:spPr>
          <a:xfrm>
            <a:off x="4154478" y="5535960"/>
            <a:ext cx="1314308" cy="572464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>
              <a:lnSpc>
                <a:spcPct val="130000"/>
              </a:lnSpc>
              <a:defRPr/>
            </a:pPr>
            <a:r>
              <a:rPr lang="en-US" altLang="ko-KR" sz="120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페이퍼로지 5 Medium" pitchFamily="2" charset="-127"/>
                <a:ea typeface="페이퍼로지 5 Medium" pitchFamily="2" charset="-127"/>
              </a:rPr>
              <a:t>1 </a:t>
            </a:r>
            <a:r>
              <a:rPr lang="ko-KR" altLang="en-US" sz="120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페이퍼로지 5 Medium" pitchFamily="2" charset="-127"/>
                <a:ea typeface="페이퍼로지 5 Medium" pitchFamily="2" charset="-127"/>
              </a:rPr>
              <a:t>하도  </a:t>
            </a:r>
            <a:r>
              <a:rPr lang="en-US" altLang="ko-KR" sz="120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페이퍼로지 5 Medium" pitchFamily="2" charset="-127"/>
                <a:ea typeface="페이퍼로지 5 Medium" pitchFamily="2" charset="-127"/>
              </a:rPr>
              <a:t>|  80 </a:t>
            </a:r>
            <a:r>
              <a:rPr lang="en-US" altLang="ko-KR" sz="1200" dirty="0">
                <a:solidFill>
                  <a:srgbClr val="0F1A20"/>
                </a:solidFill>
                <a:latin typeface="Arial" pitchFamily="34" charset="0"/>
                <a:cs typeface="Arial" pitchFamily="34" charset="0"/>
              </a:rPr>
              <a:t>m</a:t>
            </a:r>
            <a:r>
              <a:rPr lang="en-US" altLang="ko-KR" sz="1200" baseline="30000" dirty="0">
                <a:solidFill>
                  <a:srgbClr val="0F1A20"/>
                </a:solidFill>
                <a:latin typeface="Arial" pitchFamily="34" charset="0"/>
                <a:cs typeface="Arial" pitchFamily="34" charset="0"/>
              </a:rPr>
              <a:t>2</a:t>
            </a:r>
            <a:r>
              <a:rPr lang="en-US" altLang="ko-KR" sz="120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+mj-ea"/>
                <a:ea typeface="+mj-ea"/>
              </a:rPr>
              <a:t> </a:t>
            </a:r>
          </a:p>
          <a:p>
            <a:pPr>
              <a:lnSpc>
                <a:spcPct val="130000"/>
              </a:lnSpc>
              <a:defRPr/>
            </a:pPr>
            <a:r>
              <a:rPr lang="en-US" altLang="ko-KR" sz="120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페이퍼로지 5 Medium" pitchFamily="2" charset="-127"/>
                <a:ea typeface="페이퍼로지 5 Medium" pitchFamily="2" charset="-127"/>
              </a:rPr>
              <a:t>2 </a:t>
            </a:r>
            <a:r>
              <a:rPr lang="ko-KR" altLang="en-US" sz="120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페이퍼로지 5 Medium" pitchFamily="2" charset="-127"/>
                <a:ea typeface="페이퍼로지 5 Medium" pitchFamily="2" charset="-127"/>
              </a:rPr>
              <a:t>중도  </a:t>
            </a:r>
            <a:r>
              <a:rPr lang="en-US" altLang="ko-KR" sz="120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페이퍼로지 5 Medium" pitchFamily="2" charset="-127"/>
                <a:ea typeface="페이퍼로지 5 Medium" pitchFamily="2" charset="-127"/>
              </a:rPr>
              <a:t>|  40 </a:t>
            </a:r>
            <a:r>
              <a:rPr lang="en-US" altLang="ko-KR" sz="1200" dirty="0">
                <a:solidFill>
                  <a:srgbClr val="0F1A20"/>
                </a:solidFill>
                <a:latin typeface="Arial" pitchFamily="34" charset="0"/>
                <a:cs typeface="Arial" pitchFamily="34" charset="0"/>
              </a:rPr>
              <a:t>m</a:t>
            </a:r>
            <a:r>
              <a:rPr lang="en-US" altLang="ko-KR" sz="1200" baseline="30000" dirty="0">
                <a:solidFill>
                  <a:srgbClr val="0F1A20"/>
                </a:solidFill>
                <a:latin typeface="Arial" pitchFamily="34" charset="0"/>
                <a:cs typeface="Arial" pitchFamily="34" charset="0"/>
              </a:rPr>
              <a:t>2</a:t>
            </a:r>
            <a:r>
              <a:rPr lang="en-US" altLang="ko-KR" sz="1200" b="1" baseline="30000" dirty="0">
                <a:solidFill>
                  <a:srgbClr val="0F1A20"/>
                </a:solidFill>
                <a:latin typeface="Arial Black" panose="020B0A04020102020204" pitchFamily="34" charset="0"/>
                <a:cs typeface="Times New Roman" panose="02020603050405020304" pitchFamily="18" charset="0"/>
              </a:rPr>
              <a:t> </a:t>
            </a:r>
            <a:endParaRPr lang="en-US" altLang="ko-KR" sz="1200" dirty="0">
              <a:ln>
                <a:solidFill>
                  <a:schemeClr val="accent1">
                    <a:alpha val="0"/>
                  </a:schemeClr>
                </a:solidFill>
              </a:ln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181" name="타원 180"/>
          <p:cNvSpPr/>
          <p:nvPr/>
        </p:nvSpPr>
        <p:spPr>
          <a:xfrm>
            <a:off x="5255272" y="4318865"/>
            <a:ext cx="760570" cy="760570"/>
          </a:xfrm>
          <a:prstGeom prst="ellipse">
            <a:avLst/>
          </a:prstGeom>
          <a:solidFill>
            <a:srgbClr val="E25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dirty="0">
                <a:solidFill>
                  <a:schemeClr val="bg1"/>
                </a:solidFill>
                <a:latin typeface="+mj-lt"/>
                <a:ea typeface="맑은 고딕" pitchFamily="50" charset="-127"/>
              </a:rPr>
              <a:t>10L</a:t>
            </a:r>
            <a:endParaRPr lang="ko-KR" altLang="en-US" sz="2000" dirty="0">
              <a:solidFill>
                <a:schemeClr val="bg1"/>
              </a:solidFill>
              <a:latin typeface="+mj-lt"/>
              <a:ea typeface="맑은 고딕" pitchFamily="50" charset="-127"/>
            </a:endParaRPr>
          </a:p>
        </p:txBody>
      </p:sp>
      <p:pic>
        <p:nvPicPr>
          <p:cNvPr id="182" name="그림 18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27266" y="1558758"/>
            <a:ext cx="2790407" cy="4185612"/>
          </a:xfrm>
          <a:prstGeom prst="rect">
            <a:avLst/>
          </a:prstGeom>
        </p:spPr>
      </p:pic>
      <p:sp>
        <p:nvSpPr>
          <p:cNvPr id="183" name="TextBox 182"/>
          <p:cNvSpPr txBox="1"/>
          <p:nvPr/>
        </p:nvSpPr>
        <p:spPr>
          <a:xfrm>
            <a:off x="6545591" y="4956772"/>
            <a:ext cx="1563258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latinLnBrk="0">
              <a:lnSpc>
                <a:spcPct val="120000"/>
              </a:lnSpc>
              <a:defRPr/>
            </a:pPr>
            <a:r>
              <a:rPr lang="en-US" altLang="ko-KR" sz="3000" dirty="0">
                <a:ln>
                  <a:solidFill>
                    <a:srgbClr val="6A8797">
                      <a:alpha val="0"/>
                    </a:srgbClr>
                  </a:solidFill>
                </a:ln>
                <a:latin typeface="+mj-lt"/>
                <a:ea typeface="맑은 고딕" pitchFamily="50" charset="-127"/>
                <a:cs typeface="Calibri Light" panose="020F0302020204030204" pitchFamily="34" charset="0"/>
              </a:rPr>
              <a:t>K-1 (CT-05)</a:t>
            </a:r>
          </a:p>
        </p:txBody>
      </p:sp>
      <p:sp>
        <p:nvSpPr>
          <p:cNvPr id="184" name="직사각형 183"/>
          <p:cNvSpPr/>
          <p:nvPr/>
        </p:nvSpPr>
        <p:spPr>
          <a:xfrm>
            <a:off x="6684920" y="5535960"/>
            <a:ext cx="1314308" cy="572464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>
              <a:lnSpc>
                <a:spcPct val="130000"/>
              </a:lnSpc>
              <a:defRPr/>
            </a:pPr>
            <a:r>
              <a:rPr lang="en-US" altLang="ko-KR" sz="120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페이퍼로지 5 Medium" pitchFamily="2" charset="-127"/>
                <a:ea typeface="페이퍼로지 5 Medium" pitchFamily="2" charset="-127"/>
              </a:rPr>
              <a:t>1 </a:t>
            </a:r>
            <a:r>
              <a:rPr lang="ko-KR" altLang="en-US" sz="120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페이퍼로지 5 Medium" pitchFamily="2" charset="-127"/>
                <a:ea typeface="페이퍼로지 5 Medium" pitchFamily="2" charset="-127"/>
              </a:rPr>
              <a:t>하도  </a:t>
            </a:r>
            <a:r>
              <a:rPr lang="en-US" altLang="ko-KR" sz="120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페이퍼로지 5 Medium" pitchFamily="2" charset="-127"/>
                <a:ea typeface="페이퍼로지 5 Medium" pitchFamily="2" charset="-127"/>
              </a:rPr>
              <a:t>|  40 </a:t>
            </a:r>
            <a:r>
              <a:rPr lang="en-US" altLang="ko-KR" sz="1200" dirty="0">
                <a:solidFill>
                  <a:srgbClr val="0F1A20"/>
                </a:solidFill>
                <a:latin typeface="Arial" pitchFamily="34" charset="0"/>
                <a:cs typeface="Arial" pitchFamily="34" charset="0"/>
              </a:rPr>
              <a:t>m</a:t>
            </a:r>
            <a:r>
              <a:rPr lang="en-US" altLang="ko-KR" sz="1200" baseline="30000" dirty="0">
                <a:solidFill>
                  <a:srgbClr val="0F1A20"/>
                </a:solidFill>
                <a:latin typeface="Arial" pitchFamily="34" charset="0"/>
                <a:cs typeface="Arial" pitchFamily="34" charset="0"/>
              </a:rPr>
              <a:t>2</a:t>
            </a:r>
            <a:r>
              <a:rPr lang="en-US" altLang="ko-KR" sz="120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+mj-ea"/>
                <a:ea typeface="+mj-ea"/>
              </a:rPr>
              <a:t> </a:t>
            </a:r>
          </a:p>
          <a:p>
            <a:pPr>
              <a:lnSpc>
                <a:spcPct val="130000"/>
              </a:lnSpc>
              <a:defRPr/>
            </a:pPr>
            <a:r>
              <a:rPr lang="en-US" altLang="ko-KR" sz="120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페이퍼로지 5 Medium" pitchFamily="2" charset="-127"/>
                <a:ea typeface="페이퍼로지 5 Medium" pitchFamily="2" charset="-127"/>
              </a:rPr>
              <a:t>2 </a:t>
            </a:r>
            <a:r>
              <a:rPr lang="ko-KR" altLang="en-US" sz="120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페이퍼로지 5 Medium" pitchFamily="2" charset="-127"/>
                <a:ea typeface="페이퍼로지 5 Medium" pitchFamily="2" charset="-127"/>
              </a:rPr>
              <a:t>중도  </a:t>
            </a:r>
            <a:r>
              <a:rPr lang="en-US" altLang="ko-KR" sz="120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페이퍼로지 5 Medium" pitchFamily="2" charset="-127"/>
                <a:ea typeface="페이퍼로지 5 Medium" pitchFamily="2" charset="-127"/>
              </a:rPr>
              <a:t>|  20 </a:t>
            </a:r>
            <a:r>
              <a:rPr lang="en-US" altLang="ko-KR" sz="1200" dirty="0">
                <a:solidFill>
                  <a:srgbClr val="0F1A20"/>
                </a:solidFill>
                <a:latin typeface="Arial" pitchFamily="34" charset="0"/>
                <a:cs typeface="Arial" pitchFamily="34" charset="0"/>
              </a:rPr>
              <a:t>m</a:t>
            </a:r>
            <a:r>
              <a:rPr lang="en-US" altLang="ko-KR" sz="1200" baseline="30000" dirty="0">
                <a:solidFill>
                  <a:srgbClr val="0F1A20"/>
                </a:solidFill>
                <a:latin typeface="Arial" pitchFamily="34" charset="0"/>
                <a:cs typeface="Arial" pitchFamily="34" charset="0"/>
              </a:rPr>
              <a:t>2</a:t>
            </a:r>
            <a:r>
              <a:rPr lang="en-US" altLang="ko-KR" sz="1200" b="1" baseline="30000" dirty="0">
                <a:solidFill>
                  <a:srgbClr val="0F1A20"/>
                </a:solidFill>
                <a:latin typeface="Arial Black" panose="020B0A04020102020204" pitchFamily="34" charset="0"/>
                <a:cs typeface="Times New Roman" panose="02020603050405020304" pitchFamily="18" charset="0"/>
              </a:rPr>
              <a:t> </a:t>
            </a:r>
            <a:endParaRPr lang="en-US" altLang="ko-KR" sz="1200" dirty="0">
              <a:ln>
                <a:solidFill>
                  <a:schemeClr val="accent1">
                    <a:alpha val="0"/>
                  </a:schemeClr>
                </a:solidFill>
              </a:ln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185" name="타원 184"/>
          <p:cNvSpPr/>
          <p:nvPr/>
        </p:nvSpPr>
        <p:spPr>
          <a:xfrm>
            <a:off x="7785714" y="4318865"/>
            <a:ext cx="760570" cy="760570"/>
          </a:xfrm>
          <a:prstGeom prst="ellipse">
            <a:avLst/>
          </a:prstGeom>
          <a:solidFill>
            <a:srgbClr val="DFA00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dirty="0">
                <a:solidFill>
                  <a:schemeClr val="bg1"/>
                </a:solidFill>
                <a:latin typeface="+mj-lt"/>
                <a:ea typeface="맑은 고딕" pitchFamily="50" charset="-127"/>
              </a:rPr>
              <a:t>5L</a:t>
            </a:r>
            <a:endParaRPr lang="ko-KR" altLang="en-US" sz="2000" dirty="0">
              <a:solidFill>
                <a:schemeClr val="bg1"/>
              </a:solidFill>
              <a:latin typeface="+mj-lt"/>
              <a:ea typeface="맑은 고딕" pitchFamily="50" charset="-127"/>
            </a:endParaRPr>
          </a:p>
        </p:txBody>
      </p:sp>
      <p:pic>
        <p:nvPicPr>
          <p:cNvPr id="186" name="그림 18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54402" y="1853788"/>
            <a:ext cx="2536734" cy="3805102"/>
          </a:xfrm>
          <a:prstGeom prst="rect">
            <a:avLst/>
          </a:prstGeom>
        </p:spPr>
      </p:pic>
      <p:sp>
        <p:nvSpPr>
          <p:cNvPr id="187" name="TextBox 186"/>
          <p:cNvSpPr txBox="1"/>
          <p:nvPr/>
        </p:nvSpPr>
        <p:spPr>
          <a:xfrm>
            <a:off x="8993516" y="4956772"/>
            <a:ext cx="1563258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latinLnBrk="0">
              <a:lnSpc>
                <a:spcPct val="120000"/>
              </a:lnSpc>
              <a:defRPr/>
            </a:pPr>
            <a:r>
              <a:rPr lang="en-US" altLang="ko-KR" sz="3000" dirty="0">
                <a:ln>
                  <a:solidFill>
                    <a:srgbClr val="6A8797">
                      <a:alpha val="0"/>
                    </a:srgbClr>
                  </a:solidFill>
                </a:ln>
                <a:latin typeface="+mj-lt"/>
                <a:ea typeface="맑은 고딕" pitchFamily="50" charset="-127"/>
                <a:cs typeface="Calibri Light" panose="020F0302020204030204" pitchFamily="34" charset="0"/>
              </a:rPr>
              <a:t>K-1 (CT-01)</a:t>
            </a:r>
          </a:p>
        </p:txBody>
      </p:sp>
      <p:sp>
        <p:nvSpPr>
          <p:cNvPr id="188" name="직사각형 187"/>
          <p:cNvSpPr/>
          <p:nvPr/>
        </p:nvSpPr>
        <p:spPr>
          <a:xfrm>
            <a:off x="9132845" y="5535960"/>
            <a:ext cx="1314308" cy="572464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>
              <a:lnSpc>
                <a:spcPct val="130000"/>
              </a:lnSpc>
              <a:defRPr/>
            </a:pPr>
            <a:r>
              <a:rPr lang="en-US" altLang="ko-KR" sz="120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페이퍼로지 5 Medium" pitchFamily="2" charset="-127"/>
                <a:ea typeface="페이퍼로지 5 Medium" pitchFamily="2" charset="-127"/>
              </a:rPr>
              <a:t>1 </a:t>
            </a:r>
            <a:r>
              <a:rPr lang="ko-KR" altLang="en-US" sz="120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페이퍼로지 5 Medium" pitchFamily="2" charset="-127"/>
                <a:ea typeface="페이퍼로지 5 Medium" pitchFamily="2" charset="-127"/>
              </a:rPr>
              <a:t>하도  </a:t>
            </a:r>
            <a:r>
              <a:rPr lang="en-US" altLang="ko-KR" sz="120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페이퍼로지 5 Medium" pitchFamily="2" charset="-127"/>
                <a:ea typeface="페이퍼로지 5 Medium" pitchFamily="2" charset="-127"/>
              </a:rPr>
              <a:t>|  8 </a:t>
            </a:r>
            <a:r>
              <a:rPr lang="en-US" altLang="ko-KR" sz="1200" dirty="0">
                <a:solidFill>
                  <a:srgbClr val="0F1A20"/>
                </a:solidFill>
                <a:latin typeface="Arial" pitchFamily="34" charset="0"/>
                <a:cs typeface="Arial" pitchFamily="34" charset="0"/>
              </a:rPr>
              <a:t>m</a:t>
            </a:r>
            <a:r>
              <a:rPr lang="en-US" altLang="ko-KR" sz="1200" baseline="30000" dirty="0">
                <a:solidFill>
                  <a:srgbClr val="0F1A20"/>
                </a:solidFill>
                <a:latin typeface="Arial" pitchFamily="34" charset="0"/>
                <a:cs typeface="Arial" pitchFamily="34" charset="0"/>
              </a:rPr>
              <a:t>2</a:t>
            </a:r>
            <a:r>
              <a:rPr lang="en-US" altLang="ko-KR" sz="120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+mj-ea"/>
                <a:ea typeface="+mj-ea"/>
              </a:rPr>
              <a:t> </a:t>
            </a:r>
          </a:p>
          <a:p>
            <a:pPr>
              <a:lnSpc>
                <a:spcPct val="130000"/>
              </a:lnSpc>
              <a:defRPr/>
            </a:pPr>
            <a:r>
              <a:rPr lang="en-US" altLang="ko-KR" sz="120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페이퍼로지 5 Medium" pitchFamily="2" charset="-127"/>
                <a:ea typeface="페이퍼로지 5 Medium" pitchFamily="2" charset="-127"/>
              </a:rPr>
              <a:t>2 </a:t>
            </a:r>
            <a:r>
              <a:rPr lang="ko-KR" altLang="en-US" sz="120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페이퍼로지 5 Medium" pitchFamily="2" charset="-127"/>
                <a:ea typeface="페이퍼로지 5 Medium" pitchFamily="2" charset="-127"/>
              </a:rPr>
              <a:t>중도  </a:t>
            </a:r>
            <a:r>
              <a:rPr lang="en-US" altLang="ko-KR" sz="120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페이퍼로지 5 Medium" pitchFamily="2" charset="-127"/>
                <a:ea typeface="페이퍼로지 5 Medium" pitchFamily="2" charset="-127"/>
              </a:rPr>
              <a:t>|  4 </a:t>
            </a:r>
            <a:r>
              <a:rPr lang="en-US" altLang="ko-KR" sz="1200" dirty="0">
                <a:solidFill>
                  <a:srgbClr val="0F1A20"/>
                </a:solidFill>
                <a:latin typeface="Arial" pitchFamily="34" charset="0"/>
                <a:cs typeface="Arial" pitchFamily="34" charset="0"/>
              </a:rPr>
              <a:t>m</a:t>
            </a:r>
            <a:r>
              <a:rPr lang="en-US" altLang="ko-KR" sz="1200" baseline="30000" dirty="0">
                <a:solidFill>
                  <a:srgbClr val="0F1A20"/>
                </a:solidFill>
                <a:latin typeface="Arial" pitchFamily="34" charset="0"/>
                <a:cs typeface="Arial" pitchFamily="34" charset="0"/>
              </a:rPr>
              <a:t>2</a:t>
            </a:r>
            <a:r>
              <a:rPr lang="en-US" altLang="ko-KR" sz="1200" b="1" baseline="30000" dirty="0">
                <a:solidFill>
                  <a:srgbClr val="0F1A20"/>
                </a:solidFill>
                <a:latin typeface="Arial Black" panose="020B0A04020102020204" pitchFamily="34" charset="0"/>
                <a:cs typeface="Times New Roman" panose="02020603050405020304" pitchFamily="18" charset="0"/>
              </a:rPr>
              <a:t> </a:t>
            </a:r>
            <a:endParaRPr lang="en-US" altLang="ko-KR" sz="1200" dirty="0">
              <a:ln>
                <a:solidFill>
                  <a:schemeClr val="accent1">
                    <a:alpha val="0"/>
                  </a:schemeClr>
                </a:solidFill>
              </a:ln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189" name="타원 188"/>
          <p:cNvSpPr/>
          <p:nvPr/>
        </p:nvSpPr>
        <p:spPr>
          <a:xfrm>
            <a:off x="10233639" y="4318865"/>
            <a:ext cx="760570" cy="760570"/>
          </a:xfrm>
          <a:prstGeom prst="ellipse">
            <a:avLst/>
          </a:prstGeom>
          <a:solidFill>
            <a:srgbClr val="E3C4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dirty="0">
                <a:solidFill>
                  <a:schemeClr val="bg1"/>
                </a:solidFill>
                <a:latin typeface="+mj-lt"/>
                <a:ea typeface="맑은 고딕" pitchFamily="50" charset="-127"/>
              </a:rPr>
              <a:t>1L</a:t>
            </a:r>
            <a:endParaRPr lang="ko-KR" altLang="en-US" sz="2000" dirty="0">
              <a:solidFill>
                <a:schemeClr val="bg1"/>
              </a:solidFill>
              <a:latin typeface="+mj-lt"/>
              <a:ea typeface="맑은 고딕" pitchFamily="50" charset="-127"/>
            </a:endParaRPr>
          </a:p>
        </p:txBody>
      </p:sp>
      <p:sp>
        <p:nvSpPr>
          <p:cNvPr id="26" name="모서리가 둥근 직사각형 25"/>
          <p:cNvSpPr/>
          <p:nvPr/>
        </p:nvSpPr>
        <p:spPr>
          <a:xfrm>
            <a:off x="4625450" y="41516"/>
            <a:ext cx="2407701" cy="257714"/>
          </a:xfrm>
          <a:prstGeom prst="roundRect">
            <a:avLst>
              <a:gd name="adj" fmla="val 50000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003248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0EC85674-C990-45B3-B25D-08D1A183C49B}"/>
              </a:ext>
            </a:extLst>
          </p:cNvPr>
          <p:cNvCxnSpPr>
            <a:cxnSpLocks/>
            <a:stCxn id="7" idx="6"/>
            <a:endCxn id="9" idx="2"/>
          </p:cNvCxnSpPr>
          <p:nvPr/>
        </p:nvCxnSpPr>
        <p:spPr>
          <a:xfrm>
            <a:off x="2753333" y="3106237"/>
            <a:ext cx="1365180" cy="1"/>
          </a:xfrm>
          <a:prstGeom prst="line">
            <a:avLst/>
          </a:prstGeom>
          <a:ln w="28575" cap="rnd">
            <a:solidFill>
              <a:srgbClr val="FFD1D1"/>
            </a:solidFill>
            <a:prstDash val="solid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C15BB5B8-A16F-45E6-AF2D-929822602EC2}"/>
              </a:ext>
            </a:extLst>
          </p:cNvPr>
          <p:cNvCxnSpPr>
            <a:cxnSpLocks/>
            <a:stCxn id="11" idx="2"/>
            <a:endCxn id="9" idx="6"/>
          </p:cNvCxnSpPr>
          <p:nvPr/>
        </p:nvCxnSpPr>
        <p:spPr>
          <a:xfrm flipH="1">
            <a:off x="5384759" y="3101627"/>
            <a:ext cx="1365181" cy="4611"/>
          </a:xfrm>
          <a:prstGeom prst="line">
            <a:avLst/>
          </a:prstGeom>
          <a:ln w="28575" cap="rnd">
            <a:solidFill>
              <a:srgbClr val="FFD1D1"/>
            </a:solidFill>
            <a:prstDash val="solid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C340223F-5A80-429C-9E4B-7E73FC231708}"/>
              </a:ext>
            </a:extLst>
          </p:cNvPr>
          <p:cNvCxnSpPr>
            <a:cxnSpLocks/>
            <a:stCxn id="11" idx="6"/>
            <a:endCxn id="13" idx="2"/>
          </p:cNvCxnSpPr>
          <p:nvPr/>
        </p:nvCxnSpPr>
        <p:spPr>
          <a:xfrm>
            <a:off x="8016186" y="3101627"/>
            <a:ext cx="1365180" cy="4611"/>
          </a:xfrm>
          <a:prstGeom prst="line">
            <a:avLst/>
          </a:prstGeom>
          <a:ln w="28575" cap="rnd">
            <a:solidFill>
              <a:srgbClr val="FFD1D1"/>
            </a:solidFill>
            <a:prstDash val="solid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타원 6">
            <a:extLst>
              <a:ext uri="{FF2B5EF4-FFF2-40B4-BE49-F238E27FC236}">
                <a16:creationId xmlns:a16="http://schemas.microsoft.com/office/drawing/2014/main" id="{EA39A469-B591-4FFD-9CB2-12C258FABFB9}"/>
              </a:ext>
            </a:extLst>
          </p:cNvPr>
          <p:cNvSpPr/>
          <p:nvPr/>
        </p:nvSpPr>
        <p:spPr>
          <a:xfrm>
            <a:off x="1487087" y="2473113"/>
            <a:ext cx="1266246" cy="1266247"/>
          </a:xfrm>
          <a:prstGeom prst="ellipse">
            <a:avLst/>
          </a:prstGeom>
          <a:solidFill>
            <a:srgbClr val="FFD1D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FA969973-8AFA-4139-92D2-C8E68FCD4E3A}"/>
              </a:ext>
            </a:extLst>
          </p:cNvPr>
          <p:cNvSpPr/>
          <p:nvPr/>
        </p:nvSpPr>
        <p:spPr>
          <a:xfrm>
            <a:off x="1596825" y="2582851"/>
            <a:ext cx="1046770" cy="1046771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63E21FFD-CA95-4F6A-A063-70B47330C59F}"/>
              </a:ext>
            </a:extLst>
          </p:cNvPr>
          <p:cNvSpPr/>
          <p:nvPr/>
        </p:nvSpPr>
        <p:spPr>
          <a:xfrm>
            <a:off x="4118513" y="2473114"/>
            <a:ext cx="1266246" cy="1266247"/>
          </a:xfrm>
          <a:prstGeom prst="ellipse">
            <a:avLst/>
          </a:prstGeom>
          <a:solidFill>
            <a:srgbClr val="FFD1D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9FBDEDFF-366A-4EA4-BD62-9CB56730E96A}"/>
              </a:ext>
            </a:extLst>
          </p:cNvPr>
          <p:cNvSpPr/>
          <p:nvPr/>
        </p:nvSpPr>
        <p:spPr>
          <a:xfrm>
            <a:off x="4228251" y="2582852"/>
            <a:ext cx="1046770" cy="1046771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07A3EFD8-049C-494E-9FC9-DE020DBCAD34}"/>
              </a:ext>
            </a:extLst>
          </p:cNvPr>
          <p:cNvSpPr/>
          <p:nvPr/>
        </p:nvSpPr>
        <p:spPr>
          <a:xfrm>
            <a:off x="6749940" y="2468503"/>
            <a:ext cx="1266246" cy="1266247"/>
          </a:xfrm>
          <a:prstGeom prst="ellipse">
            <a:avLst/>
          </a:prstGeom>
          <a:solidFill>
            <a:srgbClr val="FFD1D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007D5180-4576-4130-8593-4DE81DEA4E46}"/>
              </a:ext>
            </a:extLst>
          </p:cNvPr>
          <p:cNvSpPr/>
          <p:nvPr/>
        </p:nvSpPr>
        <p:spPr>
          <a:xfrm>
            <a:off x="6859678" y="2578241"/>
            <a:ext cx="1046770" cy="1046771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9EA5F628-3F8E-4F4C-A14A-90ECE39FADE4}"/>
              </a:ext>
            </a:extLst>
          </p:cNvPr>
          <p:cNvSpPr/>
          <p:nvPr/>
        </p:nvSpPr>
        <p:spPr>
          <a:xfrm>
            <a:off x="9381366" y="2473114"/>
            <a:ext cx="1266246" cy="1266247"/>
          </a:xfrm>
          <a:prstGeom prst="ellipse">
            <a:avLst/>
          </a:prstGeom>
          <a:solidFill>
            <a:srgbClr val="FFD1D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F66E407F-2951-4A3A-B5FB-F29A433CFA6C}"/>
              </a:ext>
            </a:extLst>
          </p:cNvPr>
          <p:cNvSpPr/>
          <p:nvPr/>
        </p:nvSpPr>
        <p:spPr>
          <a:xfrm>
            <a:off x="9491104" y="2582852"/>
            <a:ext cx="1046770" cy="1046771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7A7DF78-F47C-4C6D-9C6F-356C367F0314}"/>
              </a:ext>
            </a:extLst>
          </p:cNvPr>
          <p:cNvSpPr txBox="1"/>
          <p:nvPr/>
        </p:nvSpPr>
        <p:spPr>
          <a:xfrm>
            <a:off x="6475175" y="3964884"/>
            <a:ext cx="184502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ko-KR" altLang="en-US" sz="2000" dirty="0" err="1">
                <a:solidFill>
                  <a:srgbClr val="C00000"/>
                </a:solidFill>
                <a:latin typeface="페이퍼로지 7 Bold" pitchFamily="2" charset="-127"/>
                <a:ea typeface="페이퍼로지 7 Bold" pitchFamily="2" charset="-127"/>
                <a:cs typeface="Calibri" panose="020F0502020204030204" pitchFamily="34" charset="0"/>
              </a:rPr>
              <a:t>일액형</a:t>
            </a:r>
            <a:r>
              <a:rPr kumimoji="1" lang="ko-KR" altLang="en-US" sz="2000" dirty="0">
                <a:solidFill>
                  <a:srgbClr val="C00000"/>
                </a:solidFill>
                <a:latin typeface="페이퍼로지 7 Bold" pitchFamily="2" charset="-127"/>
                <a:ea typeface="페이퍼로지 7 Bold" pitchFamily="2" charset="-127"/>
                <a:cs typeface="Calibri" panose="020F0502020204030204" pitchFamily="34" charset="0"/>
              </a:rPr>
              <a:t> 방수제</a:t>
            </a:r>
            <a:endParaRPr kumimoji="1" lang="en-US" altLang="ko-KR" sz="2000" dirty="0">
              <a:solidFill>
                <a:srgbClr val="C00000"/>
              </a:solidFill>
              <a:latin typeface="페이퍼로지 7 Bold" pitchFamily="2" charset="-127"/>
              <a:ea typeface="페이퍼로지 7 Bold" pitchFamily="2" charset="-127"/>
              <a:cs typeface="Calibri" panose="020F0502020204030204" pitchFamily="34" charset="0"/>
            </a:endParaRPr>
          </a:p>
          <a:p>
            <a:pPr algn="ctr"/>
            <a:r>
              <a:rPr kumimoji="1" lang="ko-KR" altLang="en-US" sz="2000" dirty="0">
                <a:solidFill>
                  <a:srgbClr val="C00000"/>
                </a:solidFill>
                <a:latin typeface="페이퍼로지 7 Bold" pitchFamily="2" charset="-127"/>
                <a:ea typeface="페이퍼로지 7 Bold" pitchFamily="2" charset="-127"/>
                <a:cs typeface="Calibri" panose="020F0502020204030204" pitchFamily="34" charset="0"/>
              </a:rPr>
              <a:t>편리한 </a:t>
            </a:r>
            <a:r>
              <a:rPr kumimoji="1" lang="ko-KR" altLang="en-US" sz="2000" dirty="0" err="1">
                <a:solidFill>
                  <a:srgbClr val="C00000"/>
                </a:solidFill>
                <a:latin typeface="페이퍼로지 7 Bold" pitchFamily="2" charset="-127"/>
                <a:ea typeface="페이퍼로지 7 Bold" pitchFamily="2" charset="-127"/>
                <a:cs typeface="Calibri" panose="020F0502020204030204" pitchFamily="34" charset="0"/>
              </a:rPr>
              <a:t>작업성</a:t>
            </a:r>
            <a:endParaRPr kumimoji="1" lang="en-US" altLang="ko-KR" sz="2000" dirty="0">
              <a:solidFill>
                <a:srgbClr val="C00000"/>
              </a:solidFill>
              <a:latin typeface="페이퍼로지 7 Bold" pitchFamily="2" charset="-127"/>
              <a:ea typeface="페이퍼로지 7 Bold" pitchFamily="2" charset="-127"/>
              <a:cs typeface="Calibri" panose="020F0502020204030204" pitchFamily="34" charset="0"/>
            </a:endParaRPr>
          </a:p>
        </p:txBody>
      </p:sp>
      <p:grpSp>
        <p:nvGrpSpPr>
          <p:cNvPr id="97" name="그룹 96">
            <a:extLst>
              <a:ext uri="{FF2B5EF4-FFF2-40B4-BE49-F238E27FC236}">
                <a16:creationId xmlns:a16="http://schemas.microsoft.com/office/drawing/2014/main" id="{338EB4EA-267F-1D40-90F5-AA0351FE53CA}"/>
              </a:ext>
            </a:extLst>
          </p:cNvPr>
          <p:cNvGrpSpPr/>
          <p:nvPr/>
        </p:nvGrpSpPr>
        <p:grpSpPr>
          <a:xfrm>
            <a:off x="7156752" y="2807234"/>
            <a:ext cx="452623" cy="588785"/>
            <a:chOff x="6761163" y="2332038"/>
            <a:chExt cx="765176" cy="995363"/>
          </a:xfrm>
          <a:solidFill>
            <a:srgbClr val="C00000"/>
          </a:solidFill>
        </p:grpSpPr>
        <p:sp>
          <p:nvSpPr>
            <p:cNvPr id="98" name="Freeform 202">
              <a:extLst>
                <a:ext uri="{FF2B5EF4-FFF2-40B4-BE49-F238E27FC236}">
                  <a16:creationId xmlns:a16="http://schemas.microsoft.com/office/drawing/2014/main" id="{B548AD66-79E4-4B4A-B7BE-E0440401424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65938" y="3021013"/>
              <a:ext cx="557213" cy="306388"/>
            </a:xfrm>
            <a:custGeom>
              <a:avLst/>
              <a:gdLst>
                <a:gd name="T0" fmla="*/ 512 w 526"/>
                <a:gd name="T1" fmla="*/ 289 h 289"/>
                <a:gd name="T2" fmla="*/ 14 w 526"/>
                <a:gd name="T3" fmla="*/ 289 h 289"/>
                <a:gd name="T4" fmla="*/ 0 w 526"/>
                <a:gd name="T5" fmla="*/ 275 h 289"/>
                <a:gd name="T6" fmla="*/ 0 w 526"/>
                <a:gd name="T7" fmla="*/ 265 h 289"/>
                <a:gd name="T8" fmla="*/ 0 w 526"/>
                <a:gd name="T9" fmla="*/ 200 h 289"/>
                <a:gd name="T10" fmla="*/ 101 w 526"/>
                <a:gd name="T11" fmla="*/ 4 h 289"/>
                <a:gd name="T12" fmla="*/ 120 w 526"/>
                <a:gd name="T13" fmla="*/ 8 h 289"/>
                <a:gd name="T14" fmla="*/ 117 w 526"/>
                <a:gd name="T15" fmla="*/ 27 h 289"/>
                <a:gd name="T16" fmla="*/ 28 w 526"/>
                <a:gd name="T17" fmla="*/ 200 h 289"/>
                <a:gd name="T18" fmla="*/ 28 w 526"/>
                <a:gd name="T19" fmla="*/ 261 h 289"/>
                <a:gd name="T20" fmla="*/ 498 w 526"/>
                <a:gd name="T21" fmla="*/ 261 h 289"/>
                <a:gd name="T22" fmla="*/ 498 w 526"/>
                <a:gd name="T23" fmla="*/ 200 h 289"/>
                <a:gd name="T24" fmla="*/ 414 w 526"/>
                <a:gd name="T25" fmla="*/ 31 h 289"/>
                <a:gd name="T26" fmla="*/ 411 w 526"/>
                <a:gd name="T27" fmla="*/ 11 h 289"/>
                <a:gd name="T28" fmla="*/ 430 w 526"/>
                <a:gd name="T29" fmla="*/ 8 h 289"/>
                <a:gd name="T30" fmla="*/ 526 w 526"/>
                <a:gd name="T31" fmla="*/ 200 h 289"/>
                <a:gd name="T32" fmla="*/ 526 w 526"/>
                <a:gd name="T33" fmla="*/ 265 h 289"/>
                <a:gd name="T34" fmla="*/ 526 w 526"/>
                <a:gd name="T35" fmla="*/ 275 h 289"/>
                <a:gd name="T36" fmla="*/ 512 w 526"/>
                <a:gd name="T37" fmla="*/ 289 h 2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26" h="289">
                  <a:moveTo>
                    <a:pt x="512" y="289"/>
                  </a:moveTo>
                  <a:cubicBezTo>
                    <a:pt x="14" y="289"/>
                    <a:pt x="14" y="289"/>
                    <a:pt x="14" y="289"/>
                  </a:cubicBezTo>
                  <a:cubicBezTo>
                    <a:pt x="6" y="289"/>
                    <a:pt x="0" y="283"/>
                    <a:pt x="0" y="275"/>
                  </a:cubicBezTo>
                  <a:cubicBezTo>
                    <a:pt x="0" y="272"/>
                    <a:pt x="0" y="269"/>
                    <a:pt x="0" y="265"/>
                  </a:cubicBezTo>
                  <a:cubicBezTo>
                    <a:pt x="0" y="200"/>
                    <a:pt x="0" y="200"/>
                    <a:pt x="0" y="200"/>
                  </a:cubicBezTo>
                  <a:cubicBezTo>
                    <a:pt x="0" y="123"/>
                    <a:pt x="37" y="50"/>
                    <a:pt x="101" y="4"/>
                  </a:cubicBezTo>
                  <a:cubicBezTo>
                    <a:pt x="107" y="0"/>
                    <a:pt x="116" y="1"/>
                    <a:pt x="120" y="8"/>
                  </a:cubicBezTo>
                  <a:cubicBezTo>
                    <a:pt x="125" y="14"/>
                    <a:pt x="123" y="23"/>
                    <a:pt x="117" y="27"/>
                  </a:cubicBezTo>
                  <a:cubicBezTo>
                    <a:pt x="61" y="67"/>
                    <a:pt x="28" y="132"/>
                    <a:pt x="28" y="200"/>
                  </a:cubicBezTo>
                  <a:cubicBezTo>
                    <a:pt x="28" y="261"/>
                    <a:pt x="28" y="261"/>
                    <a:pt x="28" y="261"/>
                  </a:cubicBezTo>
                  <a:cubicBezTo>
                    <a:pt x="498" y="261"/>
                    <a:pt x="498" y="261"/>
                    <a:pt x="498" y="261"/>
                  </a:cubicBezTo>
                  <a:cubicBezTo>
                    <a:pt x="498" y="200"/>
                    <a:pt x="498" y="200"/>
                    <a:pt x="498" y="200"/>
                  </a:cubicBezTo>
                  <a:cubicBezTo>
                    <a:pt x="498" y="133"/>
                    <a:pt x="467" y="71"/>
                    <a:pt x="414" y="31"/>
                  </a:cubicBezTo>
                  <a:cubicBezTo>
                    <a:pt x="407" y="26"/>
                    <a:pt x="406" y="17"/>
                    <a:pt x="411" y="11"/>
                  </a:cubicBezTo>
                  <a:cubicBezTo>
                    <a:pt x="416" y="5"/>
                    <a:pt x="424" y="4"/>
                    <a:pt x="430" y="8"/>
                  </a:cubicBezTo>
                  <a:cubicBezTo>
                    <a:pt x="491" y="54"/>
                    <a:pt x="526" y="124"/>
                    <a:pt x="526" y="200"/>
                  </a:cubicBezTo>
                  <a:cubicBezTo>
                    <a:pt x="526" y="265"/>
                    <a:pt x="526" y="265"/>
                    <a:pt x="526" y="265"/>
                  </a:cubicBezTo>
                  <a:cubicBezTo>
                    <a:pt x="526" y="269"/>
                    <a:pt x="526" y="272"/>
                    <a:pt x="526" y="275"/>
                  </a:cubicBezTo>
                  <a:cubicBezTo>
                    <a:pt x="525" y="283"/>
                    <a:pt x="519" y="289"/>
                    <a:pt x="512" y="28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99" name="Freeform 203">
              <a:extLst>
                <a:ext uri="{FF2B5EF4-FFF2-40B4-BE49-F238E27FC236}">
                  <a16:creationId xmlns:a16="http://schemas.microsoft.com/office/drawing/2014/main" id="{F6359A45-24B1-EE48-A688-898CECCC4345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5488" y="3060701"/>
              <a:ext cx="141288" cy="87313"/>
            </a:xfrm>
            <a:custGeom>
              <a:avLst/>
              <a:gdLst>
                <a:gd name="T0" fmla="*/ 68 w 134"/>
                <a:gd name="T1" fmla="*/ 83 h 83"/>
                <a:gd name="T2" fmla="*/ 68 w 134"/>
                <a:gd name="T3" fmla="*/ 83 h 83"/>
                <a:gd name="T4" fmla="*/ 58 w 134"/>
                <a:gd name="T5" fmla="*/ 79 h 83"/>
                <a:gd name="T6" fmla="*/ 5 w 134"/>
                <a:gd name="T7" fmla="*/ 25 h 83"/>
                <a:gd name="T8" fmla="*/ 5 w 134"/>
                <a:gd name="T9" fmla="*/ 6 h 83"/>
                <a:gd name="T10" fmla="*/ 25 w 134"/>
                <a:gd name="T11" fmla="*/ 6 h 83"/>
                <a:gd name="T12" fmla="*/ 68 w 134"/>
                <a:gd name="T13" fmla="*/ 49 h 83"/>
                <a:gd name="T14" fmla="*/ 109 w 134"/>
                <a:gd name="T15" fmla="*/ 8 h 83"/>
                <a:gd name="T16" fmla="*/ 129 w 134"/>
                <a:gd name="T17" fmla="*/ 8 h 83"/>
                <a:gd name="T18" fmla="*/ 129 w 134"/>
                <a:gd name="T19" fmla="*/ 28 h 83"/>
                <a:gd name="T20" fmla="*/ 78 w 134"/>
                <a:gd name="T21" fmla="*/ 79 h 83"/>
                <a:gd name="T22" fmla="*/ 68 w 134"/>
                <a:gd name="T23" fmla="*/ 83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34" h="83">
                  <a:moveTo>
                    <a:pt x="68" y="83"/>
                  </a:moveTo>
                  <a:cubicBezTo>
                    <a:pt x="68" y="83"/>
                    <a:pt x="68" y="83"/>
                    <a:pt x="68" y="83"/>
                  </a:cubicBezTo>
                  <a:cubicBezTo>
                    <a:pt x="65" y="83"/>
                    <a:pt x="61" y="81"/>
                    <a:pt x="58" y="79"/>
                  </a:cubicBezTo>
                  <a:cubicBezTo>
                    <a:pt x="5" y="25"/>
                    <a:pt x="5" y="25"/>
                    <a:pt x="5" y="25"/>
                  </a:cubicBezTo>
                  <a:cubicBezTo>
                    <a:pt x="0" y="20"/>
                    <a:pt x="0" y="11"/>
                    <a:pt x="5" y="6"/>
                  </a:cubicBezTo>
                  <a:cubicBezTo>
                    <a:pt x="11" y="0"/>
                    <a:pt x="19" y="0"/>
                    <a:pt x="25" y="6"/>
                  </a:cubicBezTo>
                  <a:cubicBezTo>
                    <a:pt x="68" y="49"/>
                    <a:pt x="68" y="49"/>
                    <a:pt x="68" y="49"/>
                  </a:cubicBezTo>
                  <a:cubicBezTo>
                    <a:pt x="109" y="8"/>
                    <a:pt x="109" y="8"/>
                    <a:pt x="109" y="8"/>
                  </a:cubicBezTo>
                  <a:cubicBezTo>
                    <a:pt x="114" y="3"/>
                    <a:pt x="123" y="3"/>
                    <a:pt x="129" y="8"/>
                  </a:cubicBezTo>
                  <a:cubicBezTo>
                    <a:pt x="134" y="14"/>
                    <a:pt x="134" y="23"/>
                    <a:pt x="129" y="28"/>
                  </a:cubicBezTo>
                  <a:cubicBezTo>
                    <a:pt x="78" y="79"/>
                    <a:pt x="78" y="79"/>
                    <a:pt x="78" y="79"/>
                  </a:cubicBezTo>
                  <a:cubicBezTo>
                    <a:pt x="76" y="81"/>
                    <a:pt x="72" y="83"/>
                    <a:pt x="68" y="8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00" name="Freeform 204">
              <a:extLst>
                <a:ext uri="{FF2B5EF4-FFF2-40B4-BE49-F238E27FC236}">
                  <a16:creationId xmlns:a16="http://schemas.microsoft.com/office/drawing/2014/main" id="{56588DEA-DA40-DE45-8C04-26937CEE5D70}"/>
                </a:ext>
              </a:extLst>
            </p:cNvPr>
            <p:cNvSpPr>
              <a:spLocks/>
            </p:cNvSpPr>
            <p:nvPr/>
          </p:nvSpPr>
          <p:spPr bwMode="auto">
            <a:xfrm>
              <a:off x="7435851" y="2649538"/>
              <a:ext cx="90488" cy="239713"/>
            </a:xfrm>
            <a:custGeom>
              <a:avLst/>
              <a:gdLst>
                <a:gd name="T0" fmla="*/ 16 w 86"/>
                <a:gd name="T1" fmla="*/ 227 h 227"/>
                <a:gd name="T2" fmla="*/ 2 w 86"/>
                <a:gd name="T3" fmla="*/ 216 h 227"/>
                <a:gd name="T4" fmla="*/ 12 w 86"/>
                <a:gd name="T5" fmla="*/ 199 h 227"/>
                <a:gd name="T6" fmla="*/ 58 w 86"/>
                <a:gd name="T7" fmla="*/ 139 h 227"/>
                <a:gd name="T8" fmla="*/ 58 w 86"/>
                <a:gd name="T9" fmla="*/ 90 h 227"/>
                <a:gd name="T10" fmla="*/ 12 w 86"/>
                <a:gd name="T11" fmla="*/ 29 h 227"/>
                <a:gd name="T12" fmla="*/ 2 w 86"/>
                <a:gd name="T13" fmla="*/ 12 h 227"/>
                <a:gd name="T14" fmla="*/ 20 w 86"/>
                <a:gd name="T15" fmla="*/ 2 h 227"/>
                <a:gd name="T16" fmla="*/ 86 w 86"/>
                <a:gd name="T17" fmla="*/ 90 h 227"/>
                <a:gd name="T18" fmla="*/ 86 w 86"/>
                <a:gd name="T19" fmla="*/ 139 h 227"/>
                <a:gd name="T20" fmla="*/ 19 w 86"/>
                <a:gd name="T21" fmla="*/ 226 h 227"/>
                <a:gd name="T22" fmla="*/ 16 w 86"/>
                <a:gd name="T23" fmla="*/ 227 h 2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86" h="227">
                  <a:moveTo>
                    <a:pt x="16" y="227"/>
                  </a:moveTo>
                  <a:cubicBezTo>
                    <a:pt x="10" y="227"/>
                    <a:pt x="4" y="222"/>
                    <a:pt x="2" y="216"/>
                  </a:cubicBezTo>
                  <a:cubicBezTo>
                    <a:pt x="0" y="209"/>
                    <a:pt x="4" y="201"/>
                    <a:pt x="12" y="199"/>
                  </a:cubicBezTo>
                  <a:cubicBezTo>
                    <a:pt x="39" y="191"/>
                    <a:pt x="58" y="167"/>
                    <a:pt x="58" y="139"/>
                  </a:cubicBezTo>
                  <a:cubicBezTo>
                    <a:pt x="58" y="90"/>
                    <a:pt x="58" y="90"/>
                    <a:pt x="58" y="90"/>
                  </a:cubicBezTo>
                  <a:cubicBezTo>
                    <a:pt x="58" y="62"/>
                    <a:pt x="39" y="37"/>
                    <a:pt x="12" y="29"/>
                  </a:cubicBezTo>
                  <a:cubicBezTo>
                    <a:pt x="5" y="27"/>
                    <a:pt x="0" y="19"/>
                    <a:pt x="2" y="12"/>
                  </a:cubicBezTo>
                  <a:cubicBezTo>
                    <a:pt x="5" y="5"/>
                    <a:pt x="12" y="0"/>
                    <a:pt x="20" y="2"/>
                  </a:cubicBezTo>
                  <a:cubicBezTo>
                    <a:pt x="59" y="13"/>
                    <a:pt x="86" y="49"/>
                    <a:pt x="86" y="90"/>
                  </a:cubicBezTo>
                  <a:cubicBezTo>
                    <a:pt x="86" y="139"/>
                    <a:pt x="86" y="139"/>
                    <a:pt x="86" y="139"/>
                  </a:cubicBezTo>
                  <a:cubicBezTo>
                    <a:pt x="86" y="179"/>
                    <a:pt x="58" y="215"/>
                    <a:pt x="19" y="226"/>
                  </a:cubicBezTo>
                  <a:cubicBezTo>
                    <a:pt x="18" y="226"/>
                    <a:pt x="17" y="227"/>
                    <a:pt x="16" y="22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01" name="Freeform 205">
              <a:extLst>
                <a:ext uri="{FF2B5EF4-FFF2-40B4-BE49-F238E27FC236}">
                  <a16:creationId xmlns:a16="http://schemas.microsoft.com/office/drawing/2014/main" id="{223A5D70-26FF-7C45-907D-FF8F56FF5D65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1163" y="2649538"/>
              <a:ext cx="95250" cy="241300"/>
            </a:xfrm>
            <a:custGeom>
              <a:avLst/>
              <a:gdLst>
                <a:gd name="T0" fmla="*/ 75 w 90"/>
                <a:gd name="T1" fmla="*/ 227 h 227"/>
                <a:gd name="T2" fmla="*/ 72 w 90"/>
                <a:gd name="T3" fmla="*/ 227 h 227"/>
                <a:gd name="T4" fmla="*/ 0 w 90"/>
                <a:gd name="T5" fmla="*/ 138 h 227"/>
                <a:gd name="T6" fmla="*/ 0 w 90"/>
                <a:gd name="T7" fmla="*/ 89 h 227"/>
                <a:gd name="T8" fmla="*/ 63 w 90"/>
                <a:gd name="T9" fmla="*/ 2 h 227"/>
                <a:gd name="T10" fmla="*/ 81 w 90"/>
                <a:gd name="T11" fmla="*/ 11 h 227"/>
                <a:gd name="T12" fmla="*/ 72 w 90"/>
                <a:gd name="T13" fmla="*/ 29 h 227"/>
                <a:gd name="T14" fmla="*/ 28 w 90"/>
                <a:gd name="T15" fmla="*/ 89 h 227"/>
                <a:gd name="T16" fmla="*/ 28 w 90"/>
                <a:gd name="T17" fmla="*/ 138 h 227"/>
                <a:gd name="T18" fmla="*/ 78 w 90"/>
                <a:gd name="T19" fmla="*/ 199 h 227"/>
                <a:gd name="T20" fmla="*/ 89 w 90"/>
                <a:gd name="T21" fmla="*/ 216 h 227"/>
                <a:gd name="T22" fmla="*/ 75 w 90"/>
                <a:gd name="T23" fmla="*/ 227 h 2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90" h="227">
                  <a:moveTo>
                    <a:pt x="75" y="227"/>
                  </a:moveTo>
                  <a:cubicBezTo>
                    <a:pt x="74" y="227"/>
                    <a:pt x="73" y="227"/>
                    <a:pt x="72" y="227"/>
                  </a:cubicBezTo>
                  <a:cubicBezTo>
                    <a:pt x="30" y="218"/>
                    <a:pt x="0" y="181"/>
                    <a:pt x="0" y="138"/>
                  </a:cubicBezTo>
                  <a:cubicBezTo>
                    <a:pt x="0" y="89"/>
                    <a:pt x="0" y="89"/>
                    <a:pt x="0" y="89"/>
                  </a:cubicBezTo>
                  <a:cubicBezTo>
                    <a:pt x="0" y="49"/>
                    <a:pt x="25" y="14"/>
                    <a:pt x="63" y="2"/>
                  </a:cubicBezTo>
                  <a:cubicBezTo>
                    <a:pt x="71" y="0"/>
                    <a:pt x="78" y="4"/>
                    <a:pt x="81" y="11"/>
                  </a:cubicBezTo>
                  <a:cubicBezTo>
                    <a:pt x="83" y="19"/>
                    <a:pt x="79" y="27"/>
                    <a:pt x="72" y="29"/>
                  </a:cubicBezTo>
                  <a:cubicBezTo>
                    <a:pt x="45" y="37"/>
                    <a:pt x="28" y="61"/>
                    <a:pt x="28" y="89"/>
                  </a:cubicBezTo>
                  <a:cubicBezTo>
                    <a:pt x="28" y="138"/>
                    <a:pt x="28" y="138"/>
                    <a:pt x="28" y="138"/>
                  </a:cubicBezTo>
                  <a:cubicBezTo>
                    <a:pt x="28" y="167"/>
                    <a:pt x="49" y="193"/>
                    <a:pt x="78" y="199"/>
                  </a:cubicBezTo>
                  <a:cubicBezTo>
                    <a:pt x="86" y="201"/>
                    <a:pt x="90" y="208"/>
                    <a:pt x="89" y="216"/>
                  </a:cubicBezTo>
                  <a:cubicBezTo>
                    <a:pt x="88" y="222"/>
                    <a:pt x="82" y="227"/>
                    <a:pt x="75" y="22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02" name="Freeform 232">
              <a:extLst>
                <a:ext uri="{FF2B5EF4-FFF2-40B4-BE49-F238E27FC236}">
                  <a16:creationId xmlns:a16="http://schemas.microsoft.com/office/drawing/2014/main" id="{3DD60E3C-C4ED-3149-82B5-DB4D4EB1C4F8}"/>
                </a:ext>
              </a:extLst>
            </p:cNvPr>
            <p:cNvSpPr>
              <a:spLocks/>
            </p:cNvSpPr>
            <p:nvPr/>
          </p:nvSpPr>
          <p:spPr bwMode="auto">
            <a:xfrm>
              <a:off x="6865938" y="2695576"/>
              <a:ext cx="557213" cy="360363"/>
            </a:xfrm>
            <a:custGeom>
              <a:avLst/>
              <a:gdLst>
                <a:gd name="T0" fmla="*/ 266 w 526"/>
                <a:gd name="T1" fmla="*/ 340 h 340"/>
                <a:gd name="T2" fmla="*/ 259 w 526"/>
                <a:gd name="T3" fmla="*/ 340 h 340"/>
                <a:gd name="T4" fmla="*/ 0 w 526"/>
                <a:gd name="T5" fmla="*/ 91 h 340"/>
                <a:gd name="T6" fmla="*/ 0 w 526"/>
                <a:gd name="T7" fmla="*/ 14 h 340"/>
                <a:gd name="T8" fmla="*/ 14 w 526"/>
                <a:gd name="T9" fmla="*/ 0 h 340"/>
                <a:gd name="T10" fmla="*/ 28 w 526"/>
                <a:gd name="T11" fmla="*/ 14 h 340"/>
                <a:gd name="T12" fmla="*/ 28 w 526"/>
                <a:gd name="T13" fmla="*/ 91 h 340"/>
                <a:gd name="T14" fmla="*/ 259 w 526"/>
                <a:gd name="T15" fmla="*/ 312 h 340"/>
                <a:gd name="T16" fmla="*/ 266 w 526"/>
                <a:gd name="T17" fmla="*/ 312 h 340"/>
                <a:gd name="T18" fmla="*/ 498 w 526"/>
                <a:gd name="T19" fmla="*/ 91 h 340"/>
                <a:gd name="T20" fmla="*/ 498 w 526"/>
                <a:gd name="T21" fmla="*/ 16 h 340"/>
                <a:gd name="T22" fmla="*/ 512 w 526"/>
                <a:gd name="T23" fmla="*/ 2 h 340"/>
                <a:gd name="T24" fmla="*/ 526 w 526"/>
                <a:gd name="T25" fmla="*/ 16 h 340"/>
                <a:gd name="T26" fmla="*/ 526 w 526"/>
                <a:gd name="T27" fmla="*/ 91 h 340"/>
                <a:gd name="T28" fmla="*/ 266 w 526"/>
                <a:gd name="T29" fmla="*/ 340 h 3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526" h="340">
                  <a:moveTo>
                    <a:pt x="266" y="340"/>
                  </a:moveTo>
                  <a:cubicBezTo>
                    <a:pt x="259" y="340"/>
                    <a:pt x="259" y="340"/>
                    <a:pt x="259" y="340"/>
                  </a:cubicBezTo>
                  <a:cubicBezTo>
                    <a:pt x="116" y="340"/>
                    <a:pt x="0" y="228"/>
                    <a:pt x="0" y="91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6"/>
                    <a:pt x="6" y="0"/>
                    <a:pt x="14" y="0"/>
                  </a:cubicBezTo>
                  <a:cubicBezTo>
                    <a:pt x="21" y="0"/>
                    <a:pt x="28" y="6"/>
                    <a:pt x="28" y="14"/>
                  </a:cubicBezTo>
                  <a:cubicBezTo>
                    <a:pt x="28" y="91"/>
                    <a:pt x="28" y="91"/>
                    <a:pt x="28" y="91"/>
                  </a:cubicBezTo>
                  <a:cubicBezTo>
                    <a:pt x="28" y="213"/>
                    <a:pt x="131" y="312"/>
                    <a:pt x="259" y="312"/>
                  </a:cubicBezTo>
                  <a:cubicBezTo>
                    <a:pt x="266" y="312"/>
                    <a:pt x="266" y="312"/>
                    <a:pt x="266" y="312"/>
                  </a:cubicBezTo>
                  <a:cubicBezTo>
                    <a:pt x="394" y="312"/>
                    <a:pt x="498" y="213"/>
                    <a:pt x="498" y="91"/>
                  </a:cubicBezTo>
                  <a:cubicBezTo>
                    <a:pt x="498" y="16"/>
                    <a:pt x="498" y="16"/>
                    <a:pt x="498" y="16"/>
                  </a:cubicBezTo>
                  <a:cubicBezTo>
                    <a:pt x="498" y="8"/>
                    <a:pt x="504" y="2"/>
                    <a:pt x="512" y="2"/>
                  </a:cubicBezTo>
                  <a:cubicBezTo>
                    <a:pt x="520" y="2"/>
                    <a:pt x="526" y="8"/>
                    <a:pt x="526" y="16"/>
                  </a:cubicBezTo>
                  <a:cubicBezTo>
                    <a:pt x="526" y="91"/>
                    <a:pt x="526" y="91"/>
                    <a:pt x="526" y="91"/>
                  </a:cubicBezTo>
                  <a:cubicBezTo>
                    <a:pt x="526" y="228"/>
                    <a:pt x="409" y="340"/>
                    <a:pt x="266" y="34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03" name="Freeform 233">
              <a:extLst>
                <a:ext uri="{FF2B5EF4-FFF2-40B4-BE49-F238E27FC236}">
                  <a16:creationId xmlns:a16="http://schemas.microsoft.com/office/drawing/2014/main" id="{0676D45F-C97A-A748-A3B0-B7B50A1C83F9}"/>
                </a:ext>
              </a:extLst>
            </p:cNvPr>
            <p:cNvSpPr>
              <a:spLocks/>
            </p:cNvSpPr>
            <p:nvPr/>
          </p:nvSpPr>
          <p:spPr bwMode="auto">
            <a:xfrm>
              <a:off x="6959601" y="3173413"/>
              <a:ext cx="106363" cy="87313"/>
            </a:xfrm>
            <a:custGeom>
              <a:avLst/>
              <a:gdLst>
                <a:gd name="T0" fmla="*/ 0 w 100"/>
                <a:gd name="T1" fmla="*/ 0 h 82"/>
                <a:gd name="T2" fmla="*/ 0 w 100"/>
                <a:gd name="T3" fmla="*/ 24 h 82"/>
                <a:gd name="T4" fmla="*/ 0 w 100"/>
                <a:gd name="T5" fmla="*/ 37 h 82"/>
                <a:gd name="T6" fmla="*/ 46 w 100"/>
                <a:gd name="T7" fmla="*/ 82 h 82"/>
                <a:gd name="T8" fmla="*/ 54 w 100"/>
                <a:gd name="T9" fmla="*/ 82 h 82"/>
                <a:gd name="T10" fmla="*/ 100 w 100"/>
                <a:gd name="T11" fmla="*/ 37 h 82"/>
                <a:gd name="T12" fmla="*/ 100 w 100"/>
                <a:gd name="T13" fmla="*/ 24 h 82"/>
                <a:gd name="T14" fmla="*/ 100 w 100"/>
                <a:gd name="T15" fmla="*/ 0 h 82"/>
                <a:gd name="T16" fmla="*/ 0 w 100"/>
                <a:gd name="T17" fmla="*/ 0 h 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0" h="82">
                  <a:moveTo>
                    <a:pt x="0" y="0"/>
                  </a:moveTo>
                  <a:cubicBezTo>
                    <a:pt x="0" y="23"/>
                    <a:pt x="0" y="23"/>
                    <a:pt x="0" y="24"/>
                  </a:cubicBezTo>
                  <a:cubicBezTo>
                    <a:pt x="0" y="37"/>
                    <a:pt x="0" y="37"/>
                    <a:pt x="0" y="37"/>
                  </a:cubicBezTo>
                  <a:cubicBezTo>
                    <a:pt x="0" y="62"/>
                    <a:pt x="21" y="82"/>
                    <a:pt x="46" y="82"/>
                  </a:cubicBezTo>
                  <a:cubicBezTo>
                    <a:pt x="54" y="82"/>
                    <a:pt x="54" y="82"/>
                    <a:pt x="54" y="82"/>
                  </a:cubicBezTo>
                  <a:cubicBezTo>
                    <a:pt x="79" y="82"/>
                    <a:pt x="100" y="62"/>
                    <a:pt x="100" y="37"/>
                  </a:cubicBezTo>
                  <a:cubicBezTo>
                    <a:pt x="100" y="24"/>
                    <a:pt x="100" y="24"/>
                    <a:pt x="100" y="24"/>
                  </a:cubicBezTo>
                  <a:cubicBezTo>
                    <a:pt x="100" y="23"/>
                    <a:pt x="100" y="23"/>
                    <a:pt x="100" y="0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04" name="Freeform 234">
              <a:extLst>
                <a:ext uri="{FF2B5EF4-FFF2-40B4-BE49-F238E27FC236}">
                  <a16:creationId xmlns:a16="http://schemas.microsoft.com/office/drawing/2014/main" id="{191C2A87-C76F-1945-BEB9-EA483F84A2F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865938" y="2332038"/>
              <a:ext cx="557213" cy="349250"/>
            </a:xfrm>
            <a:custGeom>
              <a:avLst/>
              <a:gdLst>
                <a:gd name="T0" fmla="*/ 512 w 526"/>
                <a:gd name="T1" fmla="*/ 329 h 329"/>
                <a:gd name="T2" fmla="*/ 14 w 526"/>
                <a:gd name="T3" fmla="*/ 329 h 329"/>
                <a:gd name="T4" fmla="*/ 0 w 526"/>
                <a:gd name="T5" fmla="*/ 315 h 329"/>
                <a:gd name="T6" fmla="*/ 0 w 526"/>
                <a:gd name="T7" fmla="*/ 305 h 329"/>
                <a:gd name="T8" fmla="*/ 0 w 526"/>
                <a:gd name="T9" fmla="*/ 240 h 329"/>
                <a:gd name="T10" fmla="*/ 241 w 526"/>
                <a:gd name="T11" fmla="*/ 0 h 329"/>
                <a:gd name="T12" fmla="*/ 285 w 526"/>
                <a:gd name="T13" fmla="*/ 0 h 329"/>
                <a:gd name="T14" fmla="*/ 526 w 526"/>
                <a:gd name="T15" fmla="*/ 240 h 329"/>
                <a:gd name="T16" fmla="*/ 526 w 526"/>
                <a:gd name="T17" fmla="*/ 305 h 329"/>
                <a:gd name="T18" fmla="*/ 526 w 526"/>
                <a:gd name="T19" fmla="*/ 315 h 329"/>
                <a:gd name="T20" fmla="*/ 512 w 526"/>
                <a:gd name="T21" fmla="*/ 329 h 329"/>
                <a:gd name="T22" fmla="*/ 28 w 526"/>
                <a:gd name="T23" fmla="*/ 301 h 329"/>
                <a:gd name="T24" fmla="*/ 498 w 526"/>
                <a:gd name="T25" fmla="*/ 301 h 329"/>
                <a:gd name="T26" fmla="*/ 498 w 526"/>
                <a:gd name="T27" fmla="*/ 240 h 329"/>
                <a:gd name="T28" fmla="*/ 285 w 526"/>
                <a:gd name="T29" fmla="*/ 28 h 329"/>
                <a:gd name="T30" fmla="*/ 241 w 526"/>
                <a:gd name="T31" fmla="*/ 28 h 329"/>
                <a:gd name="T32" fmla="*/ 28 w 526"/>
                <a:gd name="T33" fmla="*/ 240 h 329"/>
                <a:gd name="T34" fmla="*/ 28 w 526"/>
                <a:gd name="T35" fmla="*/ 301 h 3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526" h="329">
                  <a:moveTo>
                    <a:pt x="512" y="329"/>
                  </a:moveTo>
                  <a:cubicBezTo>
                    <a:pt x="14" y="329"/>
                    <a:pt x="14" y="329"/>
                    <a:pt x="14" y="329"/>
                  </a:cubicBezTo>
                  <a:cubicBezTo>
                    <a:pt x="6" y="329"/>
                    <a:pt x="0" y="323"/>
                    <a:pt x="0" y="315"/>
                  </a:cubicBezTo>
                  <a:cubicBezTo>
                    <a:pt x="0" y="312"/>
                    <a:pt x="0" y="309"/>
                    <a:pt x="0" y="305"/>
                  </a:cubicBezTo>
                  <a:cubicBezTo>
                    <a:pt x="0" y="240"/>
                    <a:pt x="0" y="240"/>
                    <a:pt x="0" y="240"/>
                  </a:cubicBezTo>
                  <a:cubicBezTo>
                    <a:pt x="0" y="108"/>
                    <a:pt x="108" y="0"/>
                    <a:pt x="241" y="0"/>
                  </a:cubicBezTo>
                  <a:cubicBezTo>
                    <a:pt x="285" y="0"/>
                    <a:pt x="285" y="0"/>
                    <a:pt x="285" y="0"/>
                  </a:cubicBezTo>
                  <a:cubicBezTo>
                    <a:pt x="418" y="0"/>
                    <a:pt x="526" y="108"/>
                    <a:pt x="526" y="240"/>
                  </a:cubicBezTo>
                  <a:cubicBezTo>
                    <a:pt x="526" y="305"/>
                    <a:pt x="526" y="305"/>
                    <a:pt x="526" y="305"/>
                  </a:cubicBezTo>
                  <a:cubicBezTo>
                    <a:pt x="526" y="309"/>
                    <a:pt x="526" y="312"/>
                    <a:pt x="526" y="315"/>
                  </a:cubicBezTo>
                  <a:cubicBezTo>
                    <a:pt x="525" y="323"/>
                    <a:pt x="519" y="329"/>
                    <a:pt x="512" y="329"/>
                  </a:cubicBezTo>
                  <a:close/>
                  <a:moveTo>
                    <a:pt x="28" y="301"/>
                  </a:moveTo>
                  <a:cubicBezTo>
                    <a:pt x="498" y="301"/>
                    <a:pt x="498" y="301"/>
                    <a:pt x="498" y="301"/>
                  </a:cubicBezTo>
                  <a:cubicBezTo>
                    <a:pt x="498" y="240"/>
                    <a:pt x="498" y="240"/>
                    <a:pt x="498" y="240"/>
                  </a:cubicBezTo>
                  <a:cubicBezTo>
                    <a:pt x="498" y="123"/>
                    <a:pt x="402" y="28"/>
                    <a:pt x="285" y="28"/>
                  </a:cubicBezTo>
                  <a:cubicBezTo>
                    <a:pt x="241" y="28"/>
                    <a:pt x="241" y="28"/>
                    <a:pt x="241" y="28"/>
                  </a:cubicBezTo>
                  <a:cubicBezTo>
                    <a:pt x="123" y="28"/>
                    <a:pt x="28" y="123"/>
                    <a:pt x="28" y="240"/>
                  </a:cubicBezTo>
                  <a:lnTo>
                    <a:pt x="28" y="3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05" name="Freeform 235">
              <a:extLst>
                <a:ext uri="{FF2B5EF4-FFF2-40B4-BE49-F238E27FC236}">
                  <a16:creationId xmlns:a16="http://schemas.microsoft.com/office/drawing/2014/main" id="{5B479C16-B94C-3646-81BE-434A7175AB1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865938" y="2522538"/>
              <a:ext cx="557213" cy="158750"/>
            </a:xfrm>
            <a:custGeom>
              <a:avLst/>
              <a:gdLst>
                <a:gd name="T0" fmla="*/ 512 w 526"/>
                <a:gd name="T1" fmla="*/ 149 h 149"/>
                <a:gd name="T2" fmla="*/ 14 w 526"/>
                <a:gd name="T3" fmla="*/ 149 h 149"/>
                <a:gd name="T4" fmla="*/ 0 w 526"/>
                <a:gd name="T5" fmla="*/ 135 h 149"/>
                <a:gd name="T6" fmla="*/ 263 w 526"/>
                <a:gd name="T7" fmla="*/ 0 h 149"/>
                <a:gd name="T8" fmla="*/ 526 w 526"/>
                <a:gd name="T9" fmla="*/ 135 h 149"/>
                <a:gd name="T10" fmla="*/ 512 w 526"/>
                <a:gd name="T11" fmla="*/ 149 h 149"/>
                <a:gd name="T12" fmla="*/ 30 w 526"/>
                <a:gd name="T13" fmla="*/ 121 h 149"/>
                <a:gd name="T14" fmla="*/ 496 w 526"/>
                <a:gd name="T15" fmla="*/ 121 h 149"/>
                <a:gd name="T16" fmla="*/ 263 w 526"/>
                <a:gd name="T17" fmla="*/ 28 h 149"/>
                <a:gd name="T18" fmla="*/ 30 w 526"/>
                <a:gd name="T19" fmla="*/ 121 h 1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26" h="149">
                  <a:moveTo>
                    <a:pt x="512" y="149"/>
                  </a:moveTo>
                  <a:cubicBezTo>
                    <a:pt x="14" y="149"/>
                    <a:pt x="14" y="149"/>
                    <a:pt x="14" y="149"/>
                  </a:cubicBezTo>
                  <a:cubicBezTo>
                    <a:pt x="6" y="149"/>
                    <a:pt x="0" y="142"/>
                    <a:pt x="0" y="135"/>
                  </a:cubicBezTo>
                  <a:cubicBezTo>
                    <a:pt x="0" y="59"/>
                    <a:pt x="115" y="0"/>
                    <a:pt x="263" y="0"/>
                  </a:cubicBezTo>
                  <a:cubicBezTo>
                    <a:pt x="410" y="0"/>
                    <a:pt x="526" y="59"/>
                    <a:pt x="526" y="135"/>
                  </a:cubicBezTo>
                  <a:cubicBezTo>
                    <a:pt x="526" y="142"/>
                    <a:pt x="519" y="149"/>
                    <a:pt x="512" y="149"/>
                  </a:cubicBezTo>
                  <a:close/>
                  <a:moveTo>
                    <a:pt x="30" y="121"/>
                  </a:moveTo>
                  <a:cubicBezTo>
                    <a:pt x="496" y="121"/>
                    <a:pt x="496" y="121"/>
                    <a:pt x="496" y="121"/>
                  </a:cubicBezTo>
                  <a:cubicBezTo>
                    <a:pt x="480" y="69"/>
                    <a:pt x="380" y="28"/>
                    <a:pt x="263" y="28"/>
                  </a:cubicBezTo>
                  <a:cubicBezTo>
                    <a:pt x="146" y="28"/>
                    <a:pt x="45" y="69"/>
                    <a:pt x="30" y="12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06" name="Freeform 236">
              <a:extLst>
                <a:ext uri="{FF2B5EF4-FFF2-40B4-BE49-F238E27FC236}">
                  <a16:creationId xmlns:a16="http://schemas.microsoft.com/office/drawing/2014/main" id="{CED6572D-93F0-C14A-B224-83BB22D26DA5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0726" y="2424113"/>
              <a:ext cx="146050" cy="68263"/>
            </a:xfrm>
            <a:custGeom>
              <a:avLst/>
              <a:gdLst>
                <a:gd name="T0" fmla="*/ 137 w 137"/>
                <a:gd name="T1" fmla="*/ 32 h 64"/>
                <a:gd name="T2" fmla="*/ 105 w 137"/>
                <a:gd name="T3" fmla="*/ 64 h 64"/>
                <a:gd name="T4" fmla="*/ 32 w 137"/>
                <a:gd name="T5" fmla="*/ 64 h 64"/>
                <a:gd name="T6" fmla="*/ 0 w 137"/>
                <a:gd name="T7" fmla="*/ 32 h 64"/>
                <a:gd name="T8" fmla="*/ 32 w 137"/>
                <a:gd name="T9" fmla="*/ 0 h 64"/>
                <a:gd name="T10" fmla="*/ 105 w 137"/>
                <a:gd name="T11" fmla="*/ 0 h 64"/>
                <a:gd name="T12" fmla="*/ 137 w 137"/>
                <a:gd name="T13" fmla="*/ 32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7" h="64">
                  <a:moveTo>
                    <a:pt x="137" y="32"/>
                  </a:moveTo>
                  <a:cubicBezTo>
                    <a:pt x="137" y="50"/>
                    <a:pt x="123" y="64"/>
                    <a:pt x="105" y="64"/>
                  </a:cubicBezTo>
                  <a:cubicBezTo>
                    <a:pt x="32" y="64"/>
                    <a:pt x="32" y="64"/>
                    <a:pt x="32" y="64"/>
                  </a:cubicBezTo>
                  <a:cubicBezTo>
                    <a:pt x="14" y="64"/>
                    <a:pt x="0" y="50"/>
                    <a:pt x="0" y="32"/>
                  </a:cubicBezTo>
                  <a:cubicBezTo>
                    <a:pt x="0" y="14"/>
                    <a:pt x="14" y="0"/>
                    <a:pt x="32" y="0"/>
                  </a:cubicBezTo>
                  <a:cubicBezTo>
                    <a:pt x="105" y="0"/>
                    <a:pt x="105" y="0"/>
                    <a:pt x="105" y="0"/>
                  </a:cubicBezTo>
                  <a:cubicBezTo>
                    <a:pt x="123" y="0"/>
                    <a:pt x="137" y="14"/>
                    <a:pt x="137" y="32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07" name="Oval 237">
              <a:extLst>
                <a:ext uri="{FF2B5EF4-FFF2-40B4-BE49-F238E27FC236}">
                  <a16:creationId xmlns:a16="http://schemas.microsoft.com/office/drawing/2014/main" id="{0B2B748A-269E-A847-A551-C248C97EC6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86588" y="2752726"/>
              <a:ext cx="69850" cy="7143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08" name="Oval 238">
              <a:extLst>
                <a:ext uri="{FF2B5EF4-FFF2-40B4-BE49-F238E27FC236}">
                  <a16:creationId xmlns:a16="http://schemas.microsoft.com/office/drawing/2014/main" id="{8C2AA510-6370-A24E-80A9-B3E5D96301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31063" y="2752726"/>
              <a:ext cx="69850" cy="7143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09" name="Freeform 239">
              <a:extLst>
                <a:ext uri="{FF2B5EF4-FFF2-40B4-BE49-F238E27FC236}">
                  <a16:creationId xmlns:a16="http://schemas.microsoft.com/office/drawing/2014/main" id="{B64D3C9C-480C-7348-93D4-BFCA061E35E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29463" y="2730501"/>
              <a:ext cx="30163" cy="114300"/>
            </a:xfrm>
            <a:custGeom>
              <a:avLst/>
              <a:gdLst>
                <a:gd name="T0" fmla="*/ 14 w 28"/>
                <a:gd name="T1" fmla="*/ 108 h 108"/>
                <a:gd name="T2" fmla="*/ 0 w 28"/>
                <a:gd name="T3" fmla="*/ 94 h 108"/>
                <a:gd name="T4" fmla="*/ 0 w 28"/>
                <a:gd name="T5" fmla="*/ 14 h 108"/>
                <a:gd name="T6" fmla="*/ 14 w 28"/>
                <a:gd name="T7" fmla="*/ 0 h 108"/>
                <a:gd name="T8" fmla="*/ 28 w 28"/>
                <a:gd name="T9" fmla="*/ 14 h 108"/>
                <a:gd name="T10" fmla="*/ 28 w 28"/>
                <a:gd name="T11" fmla="*/ 94 h 108"/>
                <a:gd name="T12" fmla="*/ 14 w 28"/>
                <a:gd name="T13" fmla="*/ 108 h 1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8" h="108">
                  <a:moveTo>
                    <a:pt x="14" y="108"/>
                  </a:moveTo>
                  <a:cubicBezTo>
                    <a:pt x="6" y="108"/>
                    <a:pt x="0" y="102"/>
                    <a:pt x="0" y="9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7"/>
                    <a:pt x="6" y="0"/>
                    <a:pt x="14" y="0"/>
                  </a:cubicBezTo>
                  <a:cubicBezTo>
                    <a:pt x="21" y="0"/>
                    <a:pt x="28" y="7"/>
                    <a:pt x="28" y="14"/>
                  </a:cubicBezTo>
                  <a:cubicBezTo>
                    <a:pt x="28" y="94"/>
                    <a:pt x="28" y="94"/>
                    <a:pt x="28" y="94"/>
                  </a:cubicBezTo>
                  <a:cubicBezTo>
                    <a:pt x="28" y="102"/>
                    <a:pt x="21" y="108"/>
                    <a:pt x="14" y="10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10" name="Freeform 240">
              <a:extLst>
                <a:ext uri="{FF2B5EF4-FFF2-40B4-BE49-F238E27FC236}">
                  <a16:creationId xmlns:a16="http://schemas.microsoft.com/office/drawing/2014/main" id="{707EB13E-5D76-7F40-B47B-9602B59D9DF6}"/>
                </a:ext>
              </a:extLst>
            </p:cNvPr>
            <p:cNvSpPr>
              <a:spLocks/>
            </p:cNvSpPr>
            <p:nvPr/>
          </p:nvSpPr>
          <p:spPr bwMode="auto">
            <a:xfrm>
              <a:off x="7062788" y="2855913"/>
              <a:ext cx="160338" cy="95250"/>
            </a:xfrm>
            <a:custGeom>
              <a:avLst/>
              <a:gdLst>
                <a:gd name="T0" fmla="*/ 76 w 151"/>
                <a:gd name="T1" fmla="*/ 89 h 89"/>
                <a:gd name="T2" fmla="*/ 0 w 151"/>
                <a:gd name="T3" fmla="*/ 14 h 89"/>
                <a:gd name="T4" fmla="*/ 14 w 151"/>
                <a:gd name="T5" fmla="*/ 0 h 89"/>
                <a:gd name="T6" fmla="*/ 28 w 151"/>
                <a:gd name="T7" fmla="*/ 14 h 89"/>
                <a:gd name="T8" fmla="*/ 76 w 151"/>
                <a:gd name="T9" fmla="*/ 61 h 89"/>
                <a:gd name="T10" fmla="*/ 123 w 151"/>
                <a:gd name="T11" fmla="*/ 14 h 89"/>
                <a:gd name="T12" fmla="*/ 137 w 151"/>
                <a:gd name="T13" fmla="*/ 0 h 89"/>
                <a:gd name="T14" fmla="*/ 151 w 151"/>
                <a:gd name="T15" fmla="*/ 14 h 89"/>
                <a:gd name="T16" fmla="*/ 76 w 151"/>
                <a:gd name="T17" fmla="*/ 89 h 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51" h="89">
                  <a:moveTo>
                    <a:pt x="76" y="89"/>
                  </a:moveTo>
                  <a:cubicBezTo>
                    <a:pt x="34" y="89"/>
                    <a:pt x="0" y="56"/>
                    <a:pt x="0" y="14"/>
                  </a:cubicBezTo>
                  <a:cubicBezTo>
                    <a:pt x="0" y="6"/>
                    <a:pt x="7" y="0"/>
                    <a:pt x="14" y="0"/>
                  </a:cubicBezTo>
                  <a:cubicBezTo>
                    <a:pt x="22" y="0"/>
                    <a:pt x="28" y="6"/>
                    <a:pt x="28" y="14"/>
                  </a:cubicBezTo>
                  <a:cubicBezTo>
                    <a:pt x="28" y="40"/>
                    <a:pt x="50" y="61"/>
                    <a:pt x="76" y="61"/>
                  </a:cubicBezTo>
                  <a:cubicBezTo>
                    <a:pt x="102" y="61"/>
                    <a:pt x="123" y="40"/>
                    <a:pt x="123" y="14"/>
                  </a:cubicBezTo>
                  <a:cubicBezTo>
                    <a:pt x="123" y="6"/>
                    <a:pt x="129" y="0"/>
                    <a:pt x="137" y="0"/>
                  </a:cubicBezTo>
                  <a:cubicBezTo>
                    <a:pt x="145" y="0"/>
                    <a:pt x="151" y="6"/>
                    <a:pt x="151" y="14"/>
                  </a:cubicBezTo>
                  <a:cubicBezTo>
                    <a:pt x="151" y="56"/>
                    <a:pt x="117" y="89"/>
                    <a:pt x="76" y="8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</p:grpSp>
      <p:grpSp>
        <p:nvGrpSpPr>
          <p:cNvPr id="111" name="그룹 110">
            <a:extLst>
              <a:ext uri="{FF2B5EF4-FFF2-40B4-BE49-F238E27FC236}">
                <a16:creationId xmlns:a16="http://schemas.microsoft.com/office/drawing/2014/main" id="{F0737405-6DAE-264D-8490-0919F29FDA6C}"/>
              </a:ext>
            </a:extLst>
          </p:cNvPr>
          <p:cNvGrpSpPr/>
          <p:nvPr/>
        </p:nvGrpSpPr>
        <p:grpSpPr>
          <a:xfrm>
            <a:off x="9739833" y="2831581"/>
            <a:ext cx="549313" cy="549313"/>
            <a:chOff x="2397126" y="5183188"/>
            <a:chExt cx="954088" cy="954088"/>
          </a:xfrm>
          <a:solidFill>
            <a:srgbClr val="C00000"/>
          </a:solidFill>
        </p:grpSpPr>
        <p:sp>
          <p:nvSpPr>
            <p:cNvPr id="112" name="Freeform 275">
              <a:extLst>
                <a:ext uri="{FF2B5EF4-FFF2-40B4-BE49-F238E27FC236}">
                  <a16:creationId xmlns:a16="http://schemas.microsoft.com/office/drawing/2014/main" id="{7E022B56-AF63-9C4E-8A70-3A0E4A0C9F7B}"/>
                </a:ext>
              </a:extLst>
            </p:cNvPr>
            <p:cNvSpPr>
              <a:spLocks/>
            </p:cNvSpPr>
            <p:nvPr/>
          </p:nvSpPr>
          <p:spPr bwMode="auto">
            <a:xfrm>
              <a:off x="2400301" y="5183188"/>
              <a:ext cx="779463" cy="595313"/>
            </a:xfrm>
            <a:custGeom>
              <a:avLst/>
              <a:gdLst>
                <a:gd name="T0" fmla="*/ 209 w 736"/>
                <a:gd name="T1" fmla="*/ 563 h 563"/>
                <a:gd name="T2" fmla="*/ 201 w 736"/>
                <a:gd name="T3" fmla="*/ 559 h 563"/>
                <a:gd name="T4" fmla="*/ 6 w 736"/>
                <a:gd name="T5" fmla="*/ 399 h 563"/>
                <a:gd name="T6" fmla="*/ 1 w 736"/>
                <a:gd name="T7" fmla="*/ 387 h 563"/>
                <a:gd name="T8" fmla="*/ 151 w 736"/>
                <a:gd name="T9" fmla="*/ 112 h 563"/>
                <a:gd name="T10" fmla="*/ 447 w 736"/>
                <a:gd name="T11" fmla="*/ 0 h 563"/>
                <a:gd name="T12" fmla="*/ 690 w 736"/>
                <a:gd name="T13" fmla="*/ 71 h 563"/>
                <a:gd name="T14" fmla="*/ 696 w 736"/>
                <a:gd name="T15" fmla="*/ 78 h 563"/>
                <a:gd name="T16" fmla="*/ 735 w 736"/>
                <a:gd name="T17" fmla="*/ 192 h 563"/>
                <a:gd name="T18" fmla="*/ 731 w 736"/>
                <a:gd name="T19" fmla="*/ 207 h 563"/>
                <a:gd name="T20" fmla="*/ 665 w 736"/>
                <a:gd name="T21" fmla="*/ 265 h 563"/>
                <a:gd name="T22" fmla="*/ 676 w 736"/>
                <a:gd name="T23" fmla="*/ 302 h 563"/>
                <a:gd name="T24" fmla="*/ 667 w 736"/>
                <a:gd name="T25" fmla="*/ 319 h 563"/>
                <a:gd name="T26" fmla="*/ 649 w 736"/>
                <a:gd name="T27" fmla="*/ 310 h 563"/>
                <a:gd name="T28" fmla="*/ 636 w 736"/>
                <a:gd name="T29" fmla="*/ 265 h 563"/>
                <a:gd name="T30" fmla="*/ 640 w 736"/>
                <a:gd name="T31" fmla="*/ 250 h 563"/>
                <a:gd name="T32" fmla="*/ 705 w 736"/>
                <a:gd name="T33" fmla="*/ 192 h 563"/>
                <a:gd name="T34" fmla="*/ 671 w 736"/>
                <a:gd name="T35" fmla="*/ 92 h 563"/>
                <a:gd name="T36" fmla="*/ 447 w 736"/>
                <a:gd name="T37" fmla="*/ 28 h 563"/>
                <a:gd name="T38" fmla="*/ 30 w 736"/>
                <a:gd name="T39" fmla="*/ 383 h 563"/>
                <a:gd name="T40" fmla="*/ 214 w 736"/>
                <a:gd name="T41" fmla="*/ 534 h 563"/>
                <a:gd name="T42" fmla="*/ 429 w 736"/>
                <a:gd name="T43" fmla="*/ 525 h 563"/>
                <a:gd name="T44" fmla="*/ 443 w 736"/>
                <a:gd name="T45" fmla="*/ 538 h 563"/>
                <a:gd name="T46" fmla="*/ 430 w 736"/>
                <a:gd name="T47" fmla="*/ 553 h 563"/>
                <a:gd name="T48" fmla="*/ 210 w 736"/>
                <a:gd name="T49" fmla="*/ 563 h 563"/>
                <a:gd name="T50" fmla="*/ 209 w 736"/>
                <a:gd name="T51" fmla="*/ 563 h 5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736" h="563">
                  <a:moveTo>
                    <a:pt x="209" y="563"/>
                  </a:moveTo>
                  <a:cubicBezTo>
                    <a:pt x="206" y="563"/>
                    <a:pt x="203" y="562"/>
                    <a:pt x="201" y="559"/>
                  </a:cubicBezTo>
                  <a:cubicBezTo>
                    <a:pt x="6" y="399"/>
                    <a:pt x="6" y="399"/>
                    <a:pt x="6" y="399"/>
                  </a:cubicBezTo>
                  <a:cubicBezTo>
                    <a:pt x="2" y="396"/>
                    <a:pt x="0" y="391"/>
                    <a:pt x="1" y="387"/>
                  </a:cubicBezTo>
                  <a:cubicBezTo>
                    <a:pt x="16" y="280"/>
                    <a:pt x="69" y="183"/>
                    <a:pt x="151" y="112"/>
                  </a:cubicBezTo>
                  <a:cubicBezTo>
                    <a:pt x="233" y="40"/>
                    <a:pt x="338" y="0"/>
                    <a:pt x="447" y="0"/>
                  </a:cubicBezTo>
                  <a:cubicBezTo>
                    <a:pt x="534" y="0"/>
                    <a:pt x="618" y="25"/>
                    <a:pt x="690" y="71"/>
                  </a:cubicBezTo>
                  <a:cubicBezTo>
                    <a:pt x="693" y="73"/>
                    <a:pt x="695" y="75"/>
                    <a:pt x="696" y="78"/>
                  </a:cubicBezTo>
                  <a:cubicBezTo>
                    <a:pt x="735" y="192"/>
                    <a:pt x="735" y="192"/>
                    <a:pt x="735" y="192"/>
                  </a:cubicBezTo>
                  <a:cubicBezTo>
                    <a:pt x="736" y="197"/>
                    <a:pt x="735" y="203"/>
                    <a:pt x="731" y="207"/>
                  </a:cubicBezTo>
                  <a:cubicBezTo>
                    <a:pt x="665" y="265"/>
                    <a:pt x="665" y="265"/>
                    <a:pt x="665" y="265"/>
                  </a:cubicBezTo>
                  <a:cubicBezTo>
                    <a:pt x="676" y="302"/>
                    <a:pt x="676" y="302"/>
                    <a:pt x="676" y="302"/>
                  </a:cubicBezTo>
                  <a:cubicBezTo>
                    <a:pt x="678" y="309"/>
                    <a:pt x="674" y="317"/>
                    <a:pt x="667" y="319"/>
                  </a:cubicBezTo>
                  <a:cubicBezTo>
                    <a:pt x="659" y="322"/>
                    <a:pt x="651" y="317"/>
                    <a:pt x="649" y="310"/>
                  </a:cubicBezTo>
                  <a:cubicBezTo>
                    <a:pt x="636" y="265"/>
                    <a:pt x="636" y="265"/>
                    <a:pt x="636" y="265"/>
                  </a:cubicBezTo>
                  <a:cubicBezTo>
                    <a:pt x="634" y="259"/>
                    <a:pt x="636" y="254"/>
                    <a:pt x="640" y="250"/>
                  </a:cubicBezTo>
                  <a:cubicBezTo>
                    <a:pt x="705" y="192"/>
                    <a:pt x="705" y="192"/>
                    <a:pt x="705" y="192"/>
                  </a:cubicBezTo>
                  <a:cubicBezTo>
                    <a:pt x="671" y="92"/>
                    <a:pt x="671" y="92"/>
                    <a:pt x="671" y="92"/>
                  </a:cubicBezTo>
                  <a:cubicBezTo>
                    <a:pt x="604" y="50"/>
                    <a:pt x="527" y="28"/>
                    <a:pt x="447" y="28"/>
                  </a:cubicBezTo>
                  <a:cubicBezTo>
                    <a:pt x="241" y="28"/>
                    <a:pt x="63" y="180"/>
                    <a:pt x="30" y="383"/>
                  </a:cubicBezTo>
                  <a:cubicBezTo>
                    <a:pt x="214" y="534"/>
                    <a:pt x="214" y="534"/>
                    <a:pt x="214" y="534"/>
                  </a:cubicBezTo>
                  <a:cubicBezTo>
                    <a:pt x="429" y="525"/>
                    <a:pt x="429" y="525"/>
                    <a:pt x="429" y="525"/>
                  </a:cubicBezTo>
                  <a:cubicBezTo>
                    <a:pt x="436" y="524"/>
                    <a:pt x="443" y="530"/>
                    <a:pt x="443" y="538"/>
                  </a:cubicBezTo>
                  <a:cubicBezTo>
                    <a:pt x="444" y="546"/>
                    <a:pt x="438" y="552"/>
                    <a:pt x="430" y="553"/>
                  </a:cubicBezTo>
                  <a:cubicBezTo>
                    <a:pt x="210" y="563"/>
                    <a:pt x="210" y="563"/>
                    <a:pt x="210" y="563"/>
                  </a:cubicBezTo>
                  <a:cubicBezTo>
                    <a:pt x="210" y="563"/>
                    <a:pt x="210" y="563"/>
                    <a:pt x="209" y="56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13" name="Freeform 276">
              <a:extLst>
                <a:ext uri="{FF2B5EF4-FFF2-40B4-BE49-F238E27FC236}">
                  <a16:creationId xmlns:a16="http://schemas.microsoft.com/office/drawing/2014/main" id="{EF6C70BE-8069-E544-BF12-197BB7D7716A}"/>
                </a:ext>
              </a:extLst>
            </p:cNvPr>
            <p:cNvSpPr>
              <a:spLocks/>
            </p:cNvSpPr>
            <p:nvPr/>
          </p:nvSpPr>
          <p:spPr bwMode="auto">
            <a:xfrm>
              <a:off x="2928938" y="5464176"/>
              <a:ext cx="106363" cy="60325"/>
            </a:xfrm>
            <a:custGeom>
              <a:avLst/>
              <a:gdLst>
                <a:gd name="T0" fmla="*/ 16 w 100"/>
                <a:gd name="T1" fmla="*/ 57 h 57"/>
                <a:gd name="T2" fmla="*/ 4 w 100"/>
                <a:gd name="T3" fmla="*/ 49 h 57"/>
                <a:gd name="T4" fmla="*/ 10 w 100"/>
                <a:gd name="T5" fmla="*/ 30 h 57"/>
                <a:gd name="T6" fmla="*/ 66 w 100"/>
                <a:gd name="T7" fmla="*/ 2 h 57"/>
                <a:gd name="T8" fmla="*/ 77 w 100"/>
                <a:gd name="T9" fmla="*/ 1 h 57"/>
                <a:gd name="T10" fmla="*/ 85 w 100"/>
                <a:gd name="T11" fmla="*/ 9 h 57"/>
                <a:gd name="T12" fmla="*/ 97 w 100"/>
                <a:gd name="T13" fmla="*/ 36 h 57"/>
                <a:gd name="T14" fmla="*/ 90 w 100"/>
                <a:gd name="T15" fmla="*/ 54 h 57"/>
                <a:gd name="T16" fmla="*/ 71 w 100"/>
                <a:gd name="T17" fmla="*/ 47 h 57"/>
                <a:gd name="T18" fmla="*/ 66 w 100"/>
                <a:gd name="T19" fmla="*/ 34 h 57"/>
                <a:gd name="T20" fmla="*/ 23 w 100"/>
                <a:gd name="T21" fmla="*/ 55 h 57"/>
                <a:gd name="T22" fmla="*/ 16 w 100"/>
                <a:gd name="T23" fmla="*/ 57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00" h="57">
                  <a:moveTo>
                    <a:pt x="16" y="57"/>
                  </a:moveTo>
                  <a:cubicBezTo>
                    <a:pt x="11" y="57"/>
                    <a:pt x="6" y="54"/>
                    <a:pt x="4" y="49"/>
                  </a:cubicBezTo>
                  <a:cubicBezTo>
                    <a:pt x="0" y="42"/>
                    <a:pt x="3" y="34"/>
                    <a:pt x="10" y="30"/>
                  </a:cubicBezTo>
                  <a:cubicBezTo>
                    <a:pt x="66" y="2"/>
                    <a:pt x="66" y="2"/>
                    <a:pt x="66" y="2"/>
                  </a:cubicBezTo>
                  <a:cubicBezTo>
                    <a:pt x="70" y="0"/>
                    <a:pt x="74" y="0"/>
                    <a:pt x="77" y="1"/>
                  </a:cubicBezTo>
                  <a:cubicBezTo>
                    <a:pt x="81" y="3"/>
                    <a:pt x="84" y="5"/>
                    <a:pt x="85" y="9"/>
                  </a:cubicBezTo>
                  <a:cubicBezTo>
                    <a:pt x="97" y="36"/>
                    <a:pt x="97" y="36"/>
                    <a:pt x="97" y="36"/>
                  </a:cubicBezTo>
                  <a:cubicBezTo>
                    <a:pt x="100" y="43"/>
                    <a:pt x="97" y="51"/>
                    <a:pt x="90" y="54"/>
                  </a:cubicBezTo>
                  <a:cubicBezTo>
                    <a:pt x="83" y="57"/>
                    <a:pt x="75" y="54"/>
                    <a:pt x="71" y="47"/>
                  </a:cubicBezTo>
                  <a:cubicBezTo>
                    <a:pt x="66" y="34"/>
                    <a:pt x="66" y="34"/>
                    <a:pt x="66" y="34"/>
                  </a:cubicBezTo>
                  <a:cubicBezTo>
                    <a:pt x="23" y="55"/>
                    <a:pt x="23" y="55"/>
                    <a:pt x="23" y="55"/>
                  </a:cubicBezTo>
                  <a:cubicBezTo>
                    <a:pt x="21" y="56"/>
                    <a:pt x="19" y="57"/>
                    <a:pt x="16" y="5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14" name="Freeform 277">
              <a:extLst>
                <a:ext uri="{FF2B5EF4-FFF2-40B4-BE49-F238E27FC236}">
                  <a16:creationId xmlns:a16="http://schemas.microsoft.com/office/drawing/2014/main" id="{20D17A97-E1B9-8947-8423-AE898A3482AE}"/>
                </a:ext>
              </a:extLst>
            </p:cNvPr>
            <p:cNvSpPr>
              <a:spLocks/>
            </p:cNvSpPr>
            <p:nvPr/>
          </p:nvSpPr>
          <p:spPr bwMode="auto">
            <a:xfrm>
              <a:off x="2836863" y="5694363"/>
              <a:ext cx="381000" cy="292100"/>
            </a:xfrm>
            <a:custGeom>
              <a:avLst/>
              <a:gdLst>
                <a:gd name="T0" fmla="*/ 237 w 359"/>
                <a:gd name="T1" fmla="*/ 276 h 276"/>
                <a:gd name="T2" fmla="*/ 119 w 359"/>
                <a:gd name="T3" fmla="*/ 276 h 276"/>
                <a:gd name="T4" fmla="*/ 115 w 359"/>
                <a:gd name="T5" fmla="*/ 275 h 276"/>
                <a:gd name="T6" fmla="*/ 11 w 359"/>
                <a:gd name="T7" fmla="*/ 241 h 276"/>
                <a:gd name="T8" fmla="*/ 2 w 359"/>
                <a:gd name="T9" fmla="*/ 223 h 276"/>
                <a:gd name="T10" fmla="*/ 22 w 359"/>
                <a:gd name="T11" fmla="*/ 159 h 276"/>
                <a:gd name="T12" fmla="*/ 30 w 359"/>
                <a:gd name="T13" fmla="*/ 151 h 276"/>
                <a:gd name="T14" fmla="*/ 97 w 359"/>
                <a:gd name="T15" fmla="*/ 123 h 276"/>
                <a:gd name="T16" fmla="*/ 115 w 359"/>
                <a:gd name="T17" fmla="*/ 130 h 276"/>
                <a:gd name="T18" fmla="*/ 108 w 359"/>
                <a:gd name="T19" fmla="*/ 149 h 276"/>
                <a:gd name="T20" fmla="*/ 47 w 359"/>
                <a:gd name="T21" fmla="*/ 174 h 276"/>
                <a:gd name="T22" fmla="*/ 33 w 359"/>
                <a:gd name="T23" fmla="*/ 219 h 276"/>
                <a:gd name="T24" fmla="*/ 122 w 359"/>
                <a:gd name="T25" fmla="*/ 248 h 276"/>
                <a:gd name="T26" fmla="*/ 229 w 359"/>
                <a:gd name="T27" fmla="*/ 248 h 276"/>
                <a:gd name="T28" fmla="*/ 296 w 359"/>
                <a:gd name="T29" fmla="*/ 112 h 276"/>
                <a:gd name="T30" fmla="*/ 330 w 359"/>
                <a:gd name="T31" fmla="*/ 11 h 276"/>
                <a:gd name="T32" fmla="*/ 348 w 359"/>
                <a:gd name="T33" fmla="*/ 2 h 276"/>
                <a:gd name="T34" fmla="*/ 357 w 359"/>
                <a:gd name="T35" fmla="*/ 20 h 276"/>
                <a:gd name="T36" fmla="*/ 323 w 359"/>
                <a:gd name="T37" fmla="*/ 122 h 276"/>
                <a:gd name="T38" fmla="*/ 322 w 359"/>
                <a:gd name="T39" fmla="*/ 124 h 276"/>
                <a:gd name="T40" fmla="*/ 250 w 359"/>
                <a:gd name="T41" fmla="*/ 268 h 276"/>
                <a:gd name="T42" fmla="*/ 237 w 359"/>
                <a:gd name="T43" fmla="*/ 276 h 2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359" h="276">
                  <a:moveTo>
                    <a:pt x="237" y="276"/>
                  </a:moveTo>
                  <a:cubicBezTo>
                    <a:pt x="119" y="276"/>
                    <a:pt x="119" y="276"/>
                    <a:pt x="119" y="276"/>
                  </a:cubicBezTo>
                  <a:cubicBezTo>
                    <a:pt x="118" y="276"/>
                    <a:pt x="116" y="275"/>
                    <a:pt x="115" y="275"/>
                  </a:cubicBezTo>
                  <a:cubicBezTo>
                    <a:pt x="11" y="241"/>
                    <a:pt x="11" y="241"/>
                    <a:pt x="11" y="241"/>
                  </a:cubicBezTo>
                  <a:cubicBezTo>
                    <a:pt x="4" y="239"/>
                    <a:pt x="0" y="231"/>
                    <a:pt x="2" y="223"/>
                  </a:cubicBezTo>
                  <a:cubicBezTo>
                    <a:pt x="22" y="159"/>
                    <a:pt x="22" y="159"/>
                    <a:pt x="22" y="159"/>
                  </a:cubicBezTo>
                  <a:cubicBezTo>
                    <a:pt x="23" y="156"/>
                    <a:pt x="26" y="152"/>
                    <a:pt x="30" y="151"/>
                  </a:cubicBezTo>
                  <a:cubicBezTo>
                    <a:pt x="97" y="123"/>
                    <a:pt x="97" y="123"/>
                    <a:pt x="97" y="123"/>
                  </a:cubicBezTo>
                  <a:cubicBezTo>
                    <a:pt x="104" y="120"/>
                    <a:pt x="112" y="123"/>
                    <a:pt x="115" y="130"/>
                  </a:cubicBezTo>
                  <a:cubicBezTo>
                    <a:pt x="118" y="137"/>
                    <a:pt x="115" y="146"/>
                    <a:pt x="108" y="149"/>
                  </a:cubicBezTo>
                  <a:cubicBezTo>
                    <a:pt x="47" y="174"/>
                    <a:pt x="47" y="174"/>
                    <a:pt x="47" y="174"/>
                  </a:cubicBezTo>
                  <a:cubicBezTo>
                    <a:pt x="33" y="219"/>
                    <a:pt x="33" y="219"/>
                    <a:pt x="33" y="219"/>
                  </a:cubicBezTo>
                  <a:cubicBezTo>
                    <a:pt x="122" y="248"/>
                    <a:pt x="122" y="248"/>
                    <a:pt x="122" y="248"/>
                  </a:cubicBezTo>
                  <a:cubicBezTo>
                    <a:pt x="229" y="248"/>
                    <a:pt x="229" y="248"/>
                    <a:pt x="229" y="248"/>
                  </a:cubicBezTo>
                  <a:cubicBezTo>
                    <a:pt x="296" y="112"/>
                    <a:pt x="296" y="112"/>
                    <a:pt x="296" y="112"/>
                  </a:cubicBezTo>
                  <a:cubicBezTo>
                    <a:pt x="330" y="11"/>
                    <a:pt x="330" y="11"/>
                    <a:pt x="330" y="11"/>
                  </a:cubicBezTo>
                  <a:cubicBezTo>
                    <a:pt x="333" y="4"/>
                    <a:pt x="341" y="0"/>
                    <a:pt x="348" y="2"/>
                  </a:cubicBezTo>
                  <a:cubicBezTo>
                    <a:pt x="355" y="5"/>
                    <a:pt x="359" y="13"/>
                    <a:pt x="357" y="20"/>
                  </a:cubicBezTo>
                  <a:cubicBezTo>
                    <a:pt x="323" y="122"/>
                    <a:pt x="323" y="122"/>
                    <a:pt x="323" y="122"/>
                  </a:cubicBezTo>
                  <a:cubicBezTo>
                    <a:pt x="322" y="123"/>
                    <a:pt x="322" y="123"/>
                    <a:pt x="322" y="124"/>
                  </a:cubicBezTo>
                  <a:cubicBezTo>
                    <a:pt x="250" y="268"/>
                    <a:pt x="250" y="268"/>
                    <a:pt x="250" y="268"/>
                  </a:cubicBezTo>
                  <a:cubicBezTo>
                    <a:pt x="248" y="273"/>
                    <a:pt x="243" y="276"/>
                    <a:pt x="237" y="27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15" name="Freeform 278">
              <a:extLst>
                <a:ext uri="{FF2B5EF4-FFF2-40B4-BE49-F238E27FC236}">
                  <a16:creationId xmlns:a16="http://schemas.microsoft.com/office/drawing/2014/main" id="{6B8A5416-F133-0C44-B166-4AE56EFA6D2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487613" y="5748338"/>
              <a:ext cx="269875" cy="225425"/>
            </a:xfrm>
            <a:custGeom>
              <a:avLst/>
              <a:gdLst>
                <a:gd name="T0" fmla="*/ 171 w 255"/>
                <a:gd name="T1" fmla="*/ 213 h 213"/>
                <a:gd name="T2" fmla="*/ 165 w 255"/>
                <a:gd name="T3" fmla="*/ 211 h 213"/>
                <a:gd name="T4" fmla="*/ 69 w 255"/>
                <a:gd name="T5" fmla="*/ 159 h 213"/>
                <a:gd name="T6" fmla="*/ 66 w 255"/>
                <a:gd name="T7" fmla="*/ 157 h 213"/>
                <a:gd name="T8" fmla="*/ 6 w 255"/>
                <a:gd name="T9" fmla="*/ 99 h 213"/>
                <a:gd name="T10" fmla="*/ 2 w 255"/>
                <a:gd name="T11" fmla="*/ 84 h 213"/>
                <a:gd name="T12" fmla="*/ 30 w 255"/>
                <a:gd name="T13" fmla="*/ 10 h 213"/>
                <a:gd name="T14" fmla="*/ 40 w 255"/>
                <a:gd name="T15" fmla="*/ 1 h 213"/>
                <a:gd name="T16" fmla="*/ 52 w 255"/>
                <a:gd name="T17" fmla="*/ 4 h 213"/>
                <a:gd name="T18" fmla="*/ 110 w 255"/>
                <a:gd name="T19" fmla="*/ 50 h 213"/>
                <a:gd name="T20" fmla="*/ 241 w 255"/>
                <a:gd name="T21" fmla="*/ 50 h 213"/>
                <a:gd name="T22" fmla="*/ 255 w 255"/>
                <a:gd name="T23" fmla="*/ 64 h 213"/>
                <a:gd name="T24" fmla="*/ 255 w 255"/>
                <a:gd name="T25" fmla="*/ 145 h 213"/>
                <a:gd name="T26" fmla="*/ 250 w 255"/>
                <a:gd name="T27" fmla="*/ 156 h 213"/>
                <a:gd name="T28" fmla="*/ 180 w 255"/>
                <a:gd name="T29" fmla="*/ 210 h 213"/>
                <a:gd name="T30" fmla="*/ 171 w 255"/>
                <a:gd name="T31" fmla="*/ 213 h 213"/>
                <a:gd name="T32" fmla="*/ 84 w 255"/>
                <a:gd name="T33" fmla="*/ 135 h 213"/>
                <a:gd name="T34" fmla="*/ 170 w 255"/>
                <a:gd name="T35" fmla="*/ 182 h 213"/>
                <a:gd name="T36" fmla="*/ 227 w 255"/>
                <a:gd name="T37" fmla="*/ 138 h 213"/>
                <a:gd name="T38" fmla="*/ 227 w 255"/>
                <a:gd name="T39" fmla="*/ 78 h 213"/>
                <a:gd name="T40" fmla="*/ 105 w 255"/>
                <a:gd name="T41" fmla="*/ 78 h 213"/>
                <a:gd name="T42" fmla="*/ 97 w 255"/>
                <a:gd name="T43" fmla="*/ 75 h 213"/>
                <a:gd name="T44" fmla="*/ 50 w 255"/>
                <a:gd name="T45" fmla="*/ 38 h 213"/>
                <a:gd name="T46" fmla="*/ 32 w 255"/>
                <a:gd name="T47" fmla="*/ 85 h 213"/>
                <a:gd name="T48" fmla="*/ 84 w 255"/>
                <a:gd name="T49" fmla="*/ 135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55" h="213">
                  <a:moveTo>
                    <a:pt x="171" y="213"/>
                  </a:moveTo>
                  <a:cubicBezTo>
                    <a:pt x="169" y="213"/>
                    <a:pt x="167" y="212"/>
                    <a:pt x="165" y="211"/>
                  </a:cubicBezTo>
                  <a:cubicBezTo>
                    <a:pt x="69" y="159"/>
                    <a:pt x="69" y="159"/>
                    <a:pt x="69" y="159"/>
                  </a:cubicBezTo>
                  <a:cubicBezTo>
                    <a:pt x="68" y="158"/>
                    <a:pt x="67" y="158"/>
                    <a:pt x="66" y="157"/>
                  </a:cubicBezTo>
                  <a:cubicBezTo>
                    <a:pt x="6" y="99"/>
                    <a:pt x="6" y="99"/>
                    <a:pt x="6" y="99"/>
                  </a:cubicBezTo>
                  <a:cubicBezTo>
                    <a:pt x="2" y="95"/>
                    <a:pt x="0" y="89"/>
                    <a:pt x="2" y="84"/>
                  </a:cubicBezTo>
                  <a:cubicBezTo>
                    <a:pt x="30" y="10"/>
                    <a:pt x="30" y="10"/>
                    <a:pt x="30" y="10"/>
                  </a:cubicBezTo>
                  <a:cubicBezTo>
                    <a:pt x="32" y="5"/>
                    <a:pt x="35" y="2"/>
                    <a:pt x="40" y="1"/>
                  </a:cubicBezTo>
                  <a:cubicBezTo>
                    <a:pt x="44" y="0"/>
                    <a:pt x="49" y="1"/>
                    <a:pt x="52" y="4"/>
                  </a:cubicBezTo>
                  <a:cubicBezTo>
                    <a:pt x="110" y="50"/>
                    <a:pt x="110" y="50"/>
                    <a:pt x="110" y="50"/>
                  </a:cubicBezTo>
                  <a:cubicBezTo>
                    <a:pt x="241" y="50"/>
                    <a:pt x="241" y="50"/>
                    <a:pt x="241" y="50"/>
                  </a:cubicBezTo>
                  <a:cubicBezTo>
                    <a:pt x="249" y="50"/>
                    <a:pt x="255" y="56"/>
                    <a:pt x="255" y="64"/>
                  </a:cubicBezTo>
                  <a:cubicBezTo>
                    <a:pt x="255" y="145"/>
                    <a:pt x="255" y="145"/>
                    <a:pt x="255" y="145"/>
                  </a:cubicBezTo>
                  <a:cubicBezTo>
                    <a:pt x="255" y="149"/>
                    <a:pt x="253" y="153"/>
                    <a:pt x="250" y="156"/>
                  </a:cubicBezTo>
                  <a:cubicBezTo>
                    <a:pt x="180" y="210"/>
                    <a:pt x="180" y="210"/>
                    <a:pt x="180" y="210"/>
                  </a:cubicBezTo>
                  <a:cubicBezTo>
                    <a:pt x="177" y="212"/>
                    <a:pt x="174" y="213"/>
                    <a:pt x="171" y="213"/>
                  </a:cubicBezTo>
                  <a:close/>
                  <a:moveTo>
                    <a:pt x="84" y="135"/>
                  </a:moveTo>
                  <a:cubicBezTo>
                    <a:pt x="170" y="182"/>
                    <a:pt x="170" y="182"/>
                    <a:pt x="170" y="182"/>
                  </a:cubicBezTo>
                  <a:cubicBezTo>
                    <a:pt x="227" y="138"/>
                    <a:pt x="227" y="138"/>
                    <a:pt x="227" y="138"/>
                  </a:cubicBezTo>
                  <a:cubicBezTo>
                    <a:pt x="227" y="78"/>
                    <a:pt x="227" y="78"/>
                    <a:pt x="227" y="78"/>
                  </a:cubicBezTo>
                  <a:cubicBezTo>
                    <a:pt x="105" y="78"/>
                    <a:pt x="105" y="78"/>
                    <a:pt x="105" y="78"/>
                  </a:cubicBezTo>
                  <a:cubicBezTo>
                    <a:pt x="102" y="78"/>
                    <a:pt x="99" y="77"/>
                    <a:pt x="97" y="75"/>
                  </a:cubicBezTo>
                  <a:cubicBezTo>
                    <a:pt x="50" y="38"/>
                    <a:pt x="50" y="38"/>
                    <a:pt x="50" y="38"/>
                  </a:cubicBezTo>
                  <a:cubicBezTo>
                    <a:pt x="32" y="85"/>
                    <a:pt x="32" y="85"/>
                    <a:pt x="32" y="85"/>
                  </a:cubicBezTo>
                  <a:lnTo>
                    <a:pt x="84" y="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16" name="Freeform 279">
              <a:extLst>
                <a:ext uri="{FF2B5EF4-FFF2-40B4-BE49-F238E27FC236}">
                  <a16:creationId xmlns:a16="http://schemas.microsoft.com/office/drawing/2014/main" id="{2A1E50BD-F034-E140-B7FC-C4C1A199A58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165476" y="5440363"/>
              <a:ext cx="109538" cy="180975"/>
            </a:xfrm>
            <a:custGeom>
              <a:avLst/>
              <a:gdLst>
                <a:gd name="T0" fmla="*/ 63 w 104"/>
                <a:gd name="T1" fmla="*/ 171 h 171"/>
                <a:gd name="T2" fmla="*/ 60 w 104"/>
                <a:gd name="T3" fmla="*/ 170 h 171"/>
                <a:gd name="T4" fmla="*/ 12 w 104"/>
                <a:gd name="T5" fmla="*/ 158 h 171"/>
                <a:gd name="T6" fmla="*/ 3 w 104"/>
                <a:gd name="T7" fmla="*/ 151 h 171"/>
                <a:gd name="T8" fmla="*/ 2 w 104"/>
                <a:gd name="T9" fmla="*/ 140 h 171"/>
                <a:gd name="T10" fmla="*/ 18 w 104"/>
                <a:gd name="T11" fmla="*/ 97 h 171"/>
                <a:gd name="T12" fmla="*/ 2 w 104"/>
                <a:gd name="T13" fmla="*/ 56 h 171"/>
                <a:gd name="T14" fmla="*/ 6 w 104"/>
                <a:gd name="T15" fmla="*/ 41 h 171"/>
                <a:gd name="T16" fmla="*/ 43 w 104"/>
                <a:gd name="T17" fmla="*/ 5 h 171"/>
                <a:gd name="T18" fmla="*/ 54 w 104"/>
                <a:gd name="T19" fmla="*/ 1 h 171"/>
                <a:gd name="T20" fmla="*/ 64 w 104"/>
                <a:gd name="T21" fmla="*/ 7 h 171"/>
                <a:gd name="T22" fmla="*/ 101 w 104"/>
                <a:gd name="T23" fmla="*/ 61 h 171"/>
                <a:gd name="T24" fmla="*/ 103 w 104"/>
                <a:gd name="T25" fmla="*/ 73 h 171"/>
                <a:gd name="T26" fmla="*/ 77 w 104"/>
                <a:gd name="T27" fmla="*/ 161 h 171"/>
                <a:gd name="T28" fmla="*/ 63 w 104"/>
                <a:gd name="T29" fmla="*/ 171 h 171"/>
                <a:gd name="T30" fmla="*/ 34 w 104"/>
                <a:gd name="T31" fmla="*/ 135 h 171"/>
                <a:gd name="T32" fmla="*/ 54 w 104"/>
                <a:gd name="T33" fmla="*/ 140 h 171"/>
                <a:gd name="T34" fmla="*/ 74 w 104"/>
                <a:gd name="T35" fmla="*/ 71 h 171"/>
                <a:gd name="T36" fmla="*/ 50 w 104"/>
                <a:gd name="T37" fmla="*/ 36 h 171"/>
                <a:gd name="T38" fmla="*/ 32 w 104"/>
                <a:gd name="T39" fmla="*/ 54 h 171"/>
                <a:gd name="T40" fmla="*/ 46 w 104"/>
                <a:gd name="T41" fmla="*/ 92 h 171"/>
                <a:gd name="T42" fmla="*/ 47 w 104"/>
                <a:gd name="T43" fmla="*/ 102 h 171"/>
                <a:gd name="T44" fmla="*/ 34 w 104"/>
                <a:gd name="T45" fmla="*/ 135 h 1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04" h="171">
                  <a:moveTo>
                    <a:pt x="63" y="171"/>
                  </a:moveTo>
                  <a:cubicBezTo>
                    <a:pt x="62" y="171"/>
                    <a:pt x="61" y="170"/>
                    <a:pt x="60" y="170"/>
                  </a:cubicBezTo>
                  <a:cubicBezTo>
                    <a:pt x="12" y="158"/>
                    <a:pt x="12" y="158"/>
                    <a:pt x="12" y="158"/>
                  </a:cubicBezTo>
                  <a:cubicBezTo>
                    <a:pt x="8" y="157"/>
                    <a:pt x="5" y="155"/>
                    <a:pt x="3" y="151"/>
                  </a:cubicBezTo>
                  <a:cubicBezTo>
                    <a:pt x="1" y="148"/>
                    <a:pt x="1" y="143"/>
                    <a:pt x="2" y="140"/>
                  </a:cubicBezTo>
                  <a:cubicBezTo>
                    <a:pt x="18" y="97"/>
                    <a:pt x="18" y="97"/>
                    <a:pt x="18" y="97"/>
                  </a:cubicBezTo>
                  <a:cubicBezTo>
                    <a:pt x="2" y="56"/>
                    <a:pt x="2" y="56"/>
                    <a:pt x="2" y="56"/>
                  </a:cubicBezTo>
                  <a:cubicBezTo>
                    <a:pt x="0" y="50"/>
                    <a:pt x="2" y="45"/>
                    <a:pt x="6" y="41"/>
                  </a:cubicBezTo>
                  <a:cubicBezTo>
                    <a:pt x="43" y="5"/>
                    <a:pt x="43" y="5"/>
                    <a:pt x="43" y="5"/>
                  </a:cubicBezTo>
                  <a:cubicBezTo>
                    <a:pt x="46" y="2"/>
                    <a:pt x="50" y="0"/>
                    <a:pt x="54" y="1"/>
                  </a:cubicBezTo>
                  <a:cubicBezTo>
                    <a:pt x="58" y="1"/>
                    <a:pt x="62" y="3"/>
                    <a:pt x="64" y="7"/>
                  </a:cubicBezTo>
                  <a:cubicBezTo>
                    <a:pt x="101" y="61"/>
                    <a:pt x="101" y="61"/>
                    <a:pt x="101" y="61"/>
                  </a:cubicBezTo>
                  <a:cubicBezTo>
                    <a:pt x="103" y="64"/>
                    <a:pt x="104" y="69"/>
                    <a:pt x="103" y="73"/>
                  </a:cubicBezTo>
                  <a:cubicBezTo>
                    <a:pt x="77" y="161"/>
                    <a:pt x="77" y="161"/>
                    <a:pt x="77" y="161"/>
                  </a:cubicBezTo>
                  <a:cubicBezTo>
                    <a:pt x="75" y="167"/>
                    <a:pt x="69" y="171"/>
                    <a:pt x="63" y="171"/>
                  </a:cubicBezTo>
                  <a:close/>
                  <a:moveTo>
                    <a:pt x="34" y="135"/>
                  </a:moveTo>
                  <a:cubicBezTo>
                    <a:pt x="54" y="140"/>
                    <a:pt x="54" y="140"/>
                    <a:pt x="54" y="140"/>
                  </a:cubicBezTo>
                  <a:cubicBezTo>
                    <a:pt x="74" y="71"/>
                    <a:pt x="74" y="71"/>
                    <a:pt x="74" y="71"/>
                  </a:cubicBezTo>
                  <a:cubicBezTo>
                    <a:pt x="50" y="36"/>
                    <a:pt x="50" y="36"/>
                    <a:pt x="50" y="36"/>
                  </a:cubicBezTo>
                  <a:cubicBezTo>
                    <a:pt x="32" y="54"/>
                    <a:pt x="32" y="54"/>
                    <a:pt x="32" y="54"/>
                  </a:cubicBezTo>
                  <a:cubicBezTo>
                    <a:pt x="46" y="92"/>
                    <a:pt x="46" y="92"/>
                    <a:pt x="46" y="92"/>
                  </a:cubicBezTo>
                  <a:cubicBezTo>
                    <a:pt x="48" y="95"/>
                    <a:pt x="48" y="98"/>
                    <a:pt x="47" y="102"/>
                  </a:cubicBezTo>
                  <a:lnTo>
                    <a:pt x="34" y="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17" name="Freeform 280">
              <a:extLst>
                <a:ext uri="{FF2B5EF4-FFF2-40B4-BE49-F238E27FC236}">
                  <a16:creationId xmlns:a16="http://schemas.microsoft.com/office/drawing/2014/main" id="{415A6D59-28F8-9E44-A277-0C35430EA98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397126" y="5183188"/>
              <a:ext cx="954088" cy="954088"/>
            </a:xfrm>
            <a:custGeom>
              <a:avLst/>
              <a:gdLst>
                <a:gd name="T0" fmla="*/ 451 w 902"/>
                <a:gd name="T1" fmla="*/ 902 h 902"/>
                <a:gd name="T2" fmla="*/ 0 w 902"/>
                <a:gd name="T3" fmla="*/ 451 h 902"/>
                <a:gd name="T4" fmla="*/ 451 w 902"/>
                <a:gd name="T5" fmla="*/ 0 h 902"/>
                <a:gd name="T6" fmla="*/ 902 w 902"/>
                <a:gd name="T7" fmla="*/ 451 h 902"/>
                <a:gd name="T8" fmla="*/ 451 w 902"/>
                <a:gd name="T9" fmla="*/ 902 h 902"/>
                <a:gd name="T10" fmla="*/ 451 w 902"/>
                <a:gd name="T11" fmla="*/ 28 h 902"/>
                <a:gd name="T12" fmla="*/ 28 w 902"/>
                <a:gd name="T13" fmla="*/ 451 h 902"/>
                <a:gd name="T14" fmla="*/ 451 w 902"/>
                <a:gd name="T15" fmla="*/ 874 h 902"/>
                <a:gd name="T16" fmla="*/ 874 w 902"/>
                <a:gd name="T17" fmla="*/ 451 h 902"/>
                <a:gd name="T18" fmla="*/ 451 w 902"/>
                <a:gd name="T19" fmla="*/ 28 h 9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02" h="902">
                  <a:moveTo>
                    <a:pt x="451" y="902"/>
                  </a:moveTo>
                  <a:cubicBezTo>
                    <a:pt x="203" y="902"/>
                    <a:pt x="0" y="700"/>
                    <a:pt x="0" y="451"/>
                  </a:cubicBezTo>
                  <a:cubicBezTo>
                    <a:pt x="0" y="203"/>
                    <a:pt x="203" y="0"/>
                    <a:pt x="451" y="0"/>
                  </a:cubicBezTo>
                  <a:cubicBezTo>
                    <a:pt x="700" y="0"/>
                    <a:pt x="902" y="203"/>
                    <a:pt x="902" y="451"/>
                  </a:cubicBezTo>
                  <a:cubicBezTo>
                    <a:pt x="902" y="700"/>
                    <a:pt x="700" y="902"/>
                    <a:pt x="451" y="902"/>
                  </a:cubicBezTo>
                  <a:close/>
                  <a:moveTo>
                    <a:pt x="451" y="28"/>
                  </a:moveTo>
                  <a:cubicBezTo>
                    <a:pt x="218" y="28"/>
                    <a:pt x="28" y="218"/>
                    <a:pt x="28" y="451"/>
                  </a:cubicBezTo>
                  <a:cubicBezTo>
                    <a:pt x="28" y="685"/>
                    <a:pt x="218" y="874"/>
                    <a:pt x="451" y="874"/>
                  </a:cubicBezTo>
                  <a:cubicBezTo>
                    <a:pt x="685" y="874"/>
                    <a:pt x="874" y="685"/>
                    <a:pt x="874" y="451"/>
                  </a:cubicBezTo>
                  <a:cubicBezTo>
                    <a:pt x="874" y="218"/>
                    <a:pt x="685" y="28"/>
                    <a:pt x="451" y="2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18" name="Freeform 281">
              <a:extLst>
                <a:ext uri="{FF2B5EF4-FFF2-40B4-BE49-F238E27FC236}">
                  <a16:creationId xmlns:a16="http://schemas.microsoft.com/office/drawing/2014/main" id="{CDA309BF-C4A2-D54E-AC76-FE59D81E2FE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903538" y="5535613"/>
              <a:ext cx="254000" cy="368300"/>
            </a:xfrm>
            <a:custGeom>
              <a:avLst/>
              <a:gdLst>
                <a:gd name="T0" fmla="*/ 120 w 240"/>
                <a:gd name="T1" fmla="*/ 348 h 348"/>
                <a:gd name="T2" fmla="*/ 110 w 240"/>
                <a:gd name="T3" fmla="*/ 343 h 348"/>
                <a:gd name="T4" fmla="*/ 0 w 240"/>
                <a:gd name="T5" fmla="*/ 120 h 348"/>
                <a:gd name="T6" fmla="*/ 120 w 240"/>
                <a:gd name="T7" fmla="*/ 0 h 348"/>
                <a:gd name="T8" fmla="*/ 240 w 240"/>
                <a:gd name="T9" fmla="*/ 120 h 348"/>
                <a:gd name="T10" fmla="*/ 131 w 240"/>
                <a:gd name="T11" fmla="*/ 343 h 348"/>
                <a:gd name="T12" fmla="*/ 120 w 240"/>
                <a:gd name="T13" fmla="*/ 348 h 348"/>
                <a:gd name="T14" fmla="*/ 120 w 240"/>
                <a:gd name="T15" fmla="*/ 28 h 348"/>
                <a:gd name="T16" fmla="*/ 28 w 240"/>
                <a:gd name="T17" fmla="*/ 120 h 348"/>
                <a:gd name="T18" fmla="*/ 120 w 240"/>
                <a:gd name="T19" fmla="*/ 311 h 348"/>
                <a:gd name="T20" fmla="*/ 212 w 240"/>
                <a:gd name="T21" fmla="*/ 120 h 348"/>
                <a:gd name="T22" fmla="*/ 120 w 240"/>
                <a:gd name="T23" fmla="*/ 28 h 348"/>
                <a:gd name="T24" fmla="*/ 120 w 240"/>
                <a:gd name="T25" fmla="*/ 176 h 348"/>
                <a:gd name="T26" fmla="*/ 66 w 240"/>
                <a:gd name="T27" fmla="*/ 122 h 348"/>
                <a:gd name="T28" fmla="*/ 120 w 240"/>
                <a:gd name="T29" fmla="*/ 68 h 348"/>
                <a:gd name="T30" fmla="*/ 174 w 240"/>
                <a:gd name="T31" fmla="*/ 122 h 348"/>
                <a:gd name="T32" fmla="*/ 120 w 240"/>
                <a:gd name="T33" fmla="*/ 176 h 348"/>
                <a:gd name="T34" fmla="*/ 120 w 240"/>
                <a:gd name="T35" fmla="*/ 96 h 348"/>
                <a:gd name="T36" fmla="*/ 94 w 240"/>
                <a:gd name="T37" fmla="*/ 122 h 348"/>
                <a:gd name="T38" fmla="*/ 120 w 240"/>
                <a:gd name="T39" fmla="*/ 148 h 348"/>
                <a:gd name="T40" fmla="*/ 146 w 240"/>
                <a:gd name="T41" fmla="*/ 122 h 348"/>
                <a:gd name="T42" fmla="*/ 120 w 240"/>
                <a:gd name="T43" fmla="*/ 96 h 3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40" h="348">
                  <a:moveTo>
                    <a:pt x="120" y="348"/>
                  </a:moveTo>
                  <a:cubicBezTo>
                    <a:pt x="116" y="348"/>
                    <a:pt x="113" y="346"/>
                    <a:pt x="110" y="343"/>
                  </a:cubicBezTo>
                  <a:cubicBezTo>
                    <a:pt x="105" y="338"/>
                    <a:pt x="0" y="216"/>
                    <a:pt x="0" y="120"/>
                  </a:cubicBezTo>
                  <a:cubicBezTo>
                    <a:pt x="0" y="53"/>
                    <a:pt x="54" y="0"/>
                    <a:pt x="120" y="0"/>
                  </a:cubicBezTo>
                  <a:cubicBezTo>
                    <a:pt x="187" y="0"/>
                    <a:pt x="240" y="53"/>
                    <a:pt x="240" y="120"/>
                  </a:cubicBezTo>
                  <a:cubicBezTo>
                    <a:pt x="240" y="216"/>
                    <a:pt x="135" y="338"/>
                    <a:pt x="131" y="343"/>
                  </a:cubicBezTo>
                  <a:cubicBezTo>
                    <a:pt x="128" y="346"/>
                    <a:pt x="125" y="348"/>
                    <a:pt x="120" y="348"/>
                  </a:cubicBezTo>
                  <a:close/>
                  <a:moveTo>
                    <a:pt x="120" y="28"/>
                  </a:moveTo>
                  <a:cubicBezTo>
                    <a:pt x="70" y="28"/>
                    <a:pt x="28" y="69"/>
                    <a:pt x="28" y="120"/>
                  </a:cubicBezTo>
                  <a:cubicBezTo>
                    <a:pt x="28" y="188"/>
                    <a:pt x="94" y="278"/>
                    <a:pt x="120" y="311"/>
                  </a:cubicBezTo>
                  <a:cubicBezTo>
                    <a:pt x="147" y="278"/>
                    <a:pt x="212" y="188"/>
                    <a:pt x="212" y="120"/>
                  </a:cubicBezTo>
                  <a:cubicBezTo>
                    <a:pt x="212" y="69"/>
                    <a:pt x="171" y="28"/>
                    <a:pt x="120" y="28"/>
                  </a:cubicBezTo>
                  <a:close/>
                  <a:moveTo>
                    <a:pt x="120" y="176"/>
                  </a:moveTo>
                  <a:cubicBezTo>
                    <a:pt x="91" y="176"/>
                    <a:pt x="66" y="152"/>
                    <a:pt x="66" y="122"/>
                  </a:cubicBezTo>
                  <a:cubicBezTo>
                    <a:pt x="66" y="93"/>
                    <a:pt x="91" y="68"/>
                    <a:pt x="120" y="68"/>
                  </a:cubicBezTo>
                  <a:cubicBezTo>
                    <a:pt x="150" y="68"/>
                    <a:pt x="174" y="93"/>
                    <a:pt x="174" y="122"/>
                  </a:cubicBezTo>
                  <a:cubicBezTo>
                    <a:pt x="174" y="152"/>
                    <a:pt x="150" y="176"/>
                    <a:pt x="120" y="176"/>
                  </a:cubicBezTo>
                  <a:close/>
                  <a:moveTo>
                    <a:pt x="120" y="96"/>
                  </a:moveTo>
                  <a:cubicBezTo>
                    <a:pt x="106" y="96"/>
                    <a:pt x="94" y="108"/>
                    <a:pt x="94" y="122"/>
                  </a:cubicBezTo>
                  <a:cubicBezTo>
                    <a:pt x="94" y="137"/>
                    <a:pt x="106" y="148"/>
                    <a:pt x="120" y="148"/>
                  </a:cubicBezTo>
                  <a:cubicBezTo>
                    <a:pt x="135" y="148"/>
                    <a:pt x="146" y="137"/>
                    <a:pt x="146" y="122"/>
                  </a:cubicBezTo>
                  <a:cubicBezTo>
                    <a:pt x="146" y="108"/>
                    <a:pt x="135" y="96"/>
                    <a:pt x="120" y="9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</p:grpSp>
      <p:grpSp>
        <p:nvGrpSpPr>
          <p:cNvPr id="119" name="그룹 118">
            <a:extLst>
              <a:ext uri="{FF2B5EF4-FFF2-40B4-BE49-F238E27FC236}">
                <a16:creationId xmlns:a16="http://schemas.microsoft.com/office/drawing/2014/main" id="{73A495AB-B50F-7F49-9D5C-A5B196BD531F}"/>
              </a:ext>
            </a:extLst>
          </p:cNvPr>
          <p:cNvGrpSpPr/>
          <p:nvPr/>
        </p:nvGrpSpPr>
        <p:grpSpPr>
          <a:xfrm>
            <a:off x="1865067" y="2844988"/>
            <a:ext cx="510286" cy="522497"/>
            <a:chOff x="6677026" y="5156201"/>
            <a:chExt cx="928688" cy="950912"/>
          </a:xfrm>
          <a:solidFill>
            <a:srgbClr val="C00000"/>
          </a:solidFill>
        </p:grpSpPr>
        <p:sp>
          <p:nvSpPr>
            <p:cNvPr id="120" name="Freeform 284">
              <a:extLst>
                <a:ext uri="{FF2B5EF4-FFF2-40B4-BE49-F238E27FC236}">
                  <a16:creationId xmlns:a16="http://schemas.microsoft.com/office/drawing/2014/main" id="{04A26287-7CC2-CF47-AB32-9D5A5D9D434F}"/>
                </a:ext>
              </a:extLst>
            </p:cNvPr>
            <p:cNvSpPr>
              <a:spLocks/>
            </p:cNvSpPr>
            <p:nvPr/>
          </p:nvSpPr>
          <p:spPr bwMode="auto">
            <a:xfrm>
              <a:off x="6732588" y="5326063"/>
              <a:ext cx="598488" cy="709613"/>
            </a:xfrm>
            <a:custGeom>
              <a:avLst/>
              <a:gdLst>
                <a:gd name="T0" fmla="*/ 551 w 565"/>
                <a:gd name="T1" fmla="*/ 670 h 670"/>
                <a:gd name="T2" fmla="*/ 14 w 565"/>
                <a:gd name="T3" fmla="*/ 670 h 670"/>
                <a:gd name="T4" fmla="*/ 0 w 565"/>
                <a:gd name="T5" fmla="*/ 656 h 670"/>
                <a:gd name="T6" fmla="*/ 0 w 565"/>
                <a:gd name="T7" fmla="*/ 14 h 670"/>
                <a:gd name="T8" fmla="*/ 14 w 565"/>
                <a:gd name="T9" fmla="*/ 0 h 670"/>
                <a:gd name="T10" fmla="*/ 28 w 565"/>
                <a:gd name="T11" fmla="*/ 14 h 670"/>
                <a:gd name="T12" fmla="*/ 28 w 565"/>
                <a:gd name="T13" fmla="*/ 642 h 670"/>
                <a:gd name="T14" fmla="*/ 537 w 565"/>
                <a:gd name="T15" fmla="*/ 642 h 670"/>
                <a:gd name="T16" fmla="*/ 537 w 565"/>
                <a:gd name="T17" fmla="*/ 14 h 670"/>
                <a:gd name="T18" fmla="*/ 551 w 565"/>
                <a:gd name="T19" fmla="*/ 0 h 670"/>
                <a:gd name="T20" fmla="*/ 565 w 565"/>
                <a:gd name="T21" fmla="*/ 14 h 670"/>
                <a:gd name="T22" fmla="*/ 565 w 565"/>
                <a:gd name="T23" fmla="*/ 656 h 670"/>
                <a:gd name="T24" fmla="*/ 551 w 565"/>
                <a:gd name="T25" fmla="*/ 670 h 6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65" h="670">
                  <a:moveTo>
                    <a:pt x="551" y="670"/>
                  </a:moveTo>
                  <a:cubicBezTo>
                    <a:pt x="14" y="670"/>
                    <a:pt x="14" y="670"/>
                    <a:pt x="14" y="670"/>
                  </a:cubicBezTo>
                  <a:cubicBezTo>
                    <a:pt x="7" y="670"/>
                    <a:pt x="0" y="663"/>
                    <a:pt x="0" y="656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7"/>
                    <a:pt x="7" y="0"/>
                    <a:pt x="14" y="0"/>
                  </a:cubicBezTo>
                  <a:cubicBezTo>
                    <a:pt x="22" y="0"/>
                    <a:pt x="28" y="7"/>
                    <a:pt x="28" y="14"/>
                  </a:cubicBezTo>
                  <a:cubicBezTo>
                    <a:pt x="28" y="642"/>
                    <a:pt x="28" y="642"/>
                    <a:pt x="28" y="642"/>
                  </a:cubicBezTo>
                  <a:cubicBezTo>
                    <a:pt x="537" y="642"/>
                    <a:pt x="537" y="642"/>
                    <a:pt x="537" y="642"/>
                  </a:cubicBezTo>
                  <a:cubicBezTo>
                    <a:pt x="537" y="14"/>
                    <a:pt x="537" y="14"/>
                    <a:pt x="537" y="14"/>
                  </a:cubicBezTo>
                  <a:cubicBezTo>
                    <a:pt x="537" y="7"/>
                    <a:pt x="543" y="0"/>
                    <a:pt x="551" y="0"/>
                  </a:cubicBezTo>
                  <a:cubicBezTo>
                    <a:pt x="559" y="0"/>
                    <a:pt x="565" y="7"/>
                    <a:pt x="565" y="14"/>
                  </a:cubicBezTo>
                  <a:cubicBezTo>
                    <a:pt x="565" y="656"/>
                    <a:pt x="565" y="656"/>
                    <a:pt x="565" y="656"/>
                  </a:cubicBezTo>
                  <a:cubicBezTo>
                    <a:pt x="565" y="663"/>
                    <a:pt x="559" y="670"/>
                    <a:pt x="551" y="67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21" name="Freeform 285">
              <a:extLst>
                <a:ext uri="{FF2B5EF4-FFF2-40B4-BE49-F238E27FC236}">
                  <a16:creationId xmlns:a16="http://schemas.microsoft.com/office/drawing/2014/main" id="{B2A09F75-3E7D-084A-9D04-7819D354475F}"/>
                </a:ext>
              </a:extLst>
            </p:cNvPr>
            <p:cNvSpPr>
              <a:spLocks/>
            </p:cNvSpPr>
            <p:nvPr/>
          </p:nvSpPr>
          <p:spPr bwMode="auto">
            <a:xfrm>
              <a:off x="6677026" y="5265738"/>
              <a:ext cx="708025" cy="841375"/>
            </a:xfrm>
            <a:custGeom>
              <a:avLst/>
              <a:gdLst>
                <a:gd name="T0" fmla="*/ 655 w 669"/>
                <a:gd name="T1" fmla="*/ 794 h 794"/>
                <a:gd name="T2" fmla="*/ 14 w 669"/>
                <a:gd name="T3" fmla="*/ 794 h 794"/>
                <a:gd name="T4" fmla="*/ 0 w 669"/>
                <a:gd name="T5" fmla="*/ 780 h 794"/>
                <a:gd name="T6" fmla="*/ 0 w 669"/>
                <a:gd name="T7" fmla="*/ 14 h 794"/>
                <a:gd name="T8" fmla="*/ 14 w 669"/>
                <a:gd name="T9" fmla="*/ 0 h 794"/>
                <a:gd name="T10" fmla="*/ 79 w 669"/>
                <a:gd name="T11" fmla="*/ 0 h 794"/>
                <a:gd name="T12" fmla="*/ 93 w 669"/>
                <a:gd name="T13" fmla="*/ 14 h 794"/>
                <a:gd name="T14" fmla="*/ 79 w 669"/>
                <a:gd name="T15" fmla="*/ 28 h 794"/>
                <a:gd name="T16" fmla="*/ 28 w 669"/>
                <a:gd name="T17" fmla="*/ 28 h 794"/>
                <a:gd name="T18" fmla="*/ 28 w 669"/>
                <a:gd name="T19" fmla="*/ 766 h 794"/>
                <a:gd name="T20" fmla="*/ 641 w 669"/>
                <a:gd name="T21" fmla="*/ 766 h 794"/>
                <a:gd name="T22" fmla="*/ 641 w 669"/>
                <a:gd name="T23" fmla="*/ 28 h 794"/>
                <a:gd name="T24" fmla="*/ 595 w 669"/>
                <a:gd name="T25" fmla="*/ 28 h 794"/>
                <a:gd name="T26" fmla="*/ 581 w 669"/>
                <a:gd name="T27" fmla="*/ 14 h 794"/>
                <a:gd name="T28" fmla="*/ 595 w 669"/>
                <a:gd name="T29" fmla="*/ 0 h 794"/>
                <a:gd name="T30" fmla="*/ 655 w 669"/>
                <a:gd name="T31" fmla="*/ 0 h 794"/>
                <a:gd name="T32" fmla="*/ 669 w 669"/>
                <a:gd name="T33" fmla="*/ 14 h 794"/>
                <a:gd name="T34" fmla="*/ 669 w 669"/>
                <a:gd name="T35" fmla="*/ 780 h 794"/>
                <a:gd name="T36" fmla="*/ 655 w 669"/>
                <a:gd name="T37" fmla="*/ 794 h 7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669" h="794">
                  <a:moveTo>
                    <a:pt x="655" y="794"/>
                  </a:moveTo>
                  <a:cubicBezTo>
                    <a:pt x="14" y="794"/>
                    <a:pt x="14" y="794"/>
                    <a:pt x="14" y="794"/>
                  </a:cubicBezTo>
                  <a:cubicBezTo>
                    <a:pt x="6" y="794"/>
                    <a:pt x="0" y="788"/>
                    <a:pt x="0" y="780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6"/>
                    <a:pt x="6" y="0"/>
                    <a:pt x="14" y="0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87" y="0"/>
                    <a:pt x="93" y="6"/>
                    <a:pt x="93" y="14"/>
                  </a:cubicBezTo>
                  <a:cubicBezTo>
                    <a:pt x="93" y="21"/>
                    <a:pt x="87" y="28"/>
                    <a:pt x="79" y="28"/>
                  </a:cubicBezTo>
                  <a:cubicBezTo>
                    <a:pt x="28" y="28"/>
                    <a:pt x="28" y="28"/>
                    <a:pt x="28" y="28"/>
                  </a:cubicBezTo>
                  <a:cubicBezTo>
                    <a:pt x="28" y="766"/>
                    <a:pt x="28" y="766"/>
                    <a:pt x="28" y="766"/>
                  </a:cubicBezTo>
                  <a:cubicBezTo>
                    <a:pt x="641" y="766"/>
                    <a:pt x="641" y="766"/>
                    <a:pt x="641" y="766"/>
                  </a:cubicBezTo>
                  <a:cubicBezTo>
                    <a:pt x="641" y="28"/>
                    <a:pt x="641" y="28"/>
                    <a:pt x="641" y="28"/>
                  </a:cubicBezTo>
                  <a:cubicBezTo>
                    <a:pt x="595" y="28"/>
                    <a:pt x="595" y="28"/>
                    <a:pt x="595" y="28"/>
                  </a:cubicBezTo>
                  <a:cubicBezTo>
                    <a:pt x="587" y="28"/>
                    <a:pt x="581" y="21"/>
                    <a:pt x="581" y="14"/>
                  </a:cubicBezTo>
                  <a:cubicBezTo>
                    <a:pt x="581" y="6"/>
                    <a:pt x="587" y="0"/>
                    <a:pt x="595" y="0"/>
                  </a:cubicBezTo>
                  <a:cubicBezTo>
                    <a:pt x="655" y="0"/>
                    <a:pt x="655" y="0"/>
                    <a:pt x="655" y="0"/>
                  </a:cubicBezTo>
                  <a:cubicBezTo>
                    <a:pt x="663" y="0"/>
                    <a:pt x="669" y="6"/>
                    <a:pt x="669" y="14"/>
                  </a:cubicBezTo>
                  <a:cubicBezTo>
                    <a:pt x="669" y="780"/>
                    <a:pt x="669" y="780"/>
                    <a:pt x="669" y="780"/>
                  </a:cubicBezTo>
                  <a:cubicBezTo>
                    <a:pt x="669" y="788"/>
                    <a:pt x="663" y="794"/>
                    <a:pt x="655" y="79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dirty="0"/>
            </a:p>
          </p:txBody>
        </p:sp>
        <p:sp>
          <p:nvSpPr>
            <p:cNvPr id="122" name="Freeform 286">
              <a:extLst>
                <a:ext uri="{FF2B5EF4-FFF2-40B4-BE49-F238E27FC236}">
                  <a16:creationId xmlns:a16="http://schemas.microsoft.com/office/drawing/2014/main" id="{5FD1A234-B46A-5745-8A0F-25774B149FD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777038" y="5156201"/>
              <a:ext cx="509588" cy="223838"/>
            </a:xfrm>
            <a:custGeom>
              <a:avLst/>
              <a:gdLst>
                <a:gd name="T0" fmla="*/ 467 w 481"/>
                <a:gd name="T1" fmla="*/ 211 h 211"/>
                <a:gd name="T2" fmla="*/ 14 w 481"/>
                <a:gd name="T3" fmla="*/ 211 h 211"/>
                <a:gd name="T4" fmla="*/ 0 w 481"/>
                <a:gd name="T5" fmla="*/ 197 h 211"/>
                <a:gd name="T6" fmla="*/ 119 w 481"/>
                <a:gd name="T7" fmla="*/ 69 h 211"/>
                <a:gd name="T8" fmla="*/ 160 w 481"/>
                <a:gd name="T9" fmla="*/ 69 h 211"/>
                <a:gd name="T10" fmla="*/ 241 w 481"/>
                <a:gd name="T11" fmla="*/ 0 h 211"/>
                <a:gd name="T12" fmla="*/ 322 w 481"/>
                <a:gd name="T13" fmla="*/ 69 h 211"/>
                <a:gd name="T14" fmla="*/ 362 w 481"/>
                <a:gd name="T15" fmla="*/ 69 h 211"/>
                <a:gd name="T16" fmla="*/ 481 w 481"/>
                <a:gd name="T17" fmla="*/ 197 h 211"/>
                <a:gd name="T18" fmla="*/ 467 w 481"/>
                <a:gd name="T19" fmla="*/ 211 h 211"/>
                <a:gd name="T20" fmla="*/ 29 w 481"/>
                <a:gd name="T21" fmla="*/ 183 h 211"/>
                <a:gd name="T22" fmla="*/ 453 w 481"/>
                <a:gd name="T23" fmla="*/ 183 h 211"/>
                <a:gd name="T24" fmla="*/ 362 w 481"/>
                <a:gd name="T25" fmla="*/ 97 h 211"/>
                <a:gd name="T26" fmla="*/ 309 w 481"/>
                <a:gd name="T27" fmla="*/ 97 h 211"/>
                <a:gd name="T28" fmla="*/ 295 w 481"/>
                <a:gd name="T29" fmla="*/ 83 h 211"/>
                <a:gd name="T30" fmla="*/ 241 w 481"/>
                <a:gd name="T31" fmla="*/ 28 h 211"/>
                <a:gd name="T32" fmla="*/ 187 w 481"/>
                <a:gd name="T33" fmla="*/ 83 h 211"/>
                <a:gd name="T34" fmla="*/ 173 w 481"/>
                <a:gd name="T35" fmla="*/ 97 h 211"/>
                <a:gd name="T36" fmla="*/ 119 w 481"/>
                <a:gd name="T37" fmla="*/ 97 h 211"/>
                <a:gd name="T38" fmla="*/ 29 w 481"/>
                <a:gd name="T39" fmla="*/ 183 h 211"/>
                <a:gd name="T40" fmla="*/ 241 w 481"/>
                <a:gd name="T41" fmla="*/ 114 h 211"/>
                <a:gd name="T42" fmla="*/ 208 w 481"/>
                <a:gd name="T43" fmla="*/ 82 h 211"/>
                <a:gd name="T44" fmla="*/ 241 w 481"/>
                <a:gd name="T45" fmla="*/ 49 h 211"/>
                <a:gd name="T46" fmla="*/ 273 w 481"/>
                <a:gd name="T47" fmla="*/ 82 h 211"/>
                <a:gd name="T48" fmla="*/ 241 w 481"/>
                <a:gd name="T49" fmla="*/ 114 h 211"/>
                <a:gd name="T50" fmla="*/ 241 w 481"/>
                <a:gd name="T51" fmla="*/ 77 h 211"/>
                <a:gd name="T52" fmla="*/ 236 w 481"/>
                <a:gd name="T53" fmla="*/ 82 h 211"/>
                <a:gd name="T54" fmla="*/ 241 w 481"/>
                <a:gd name="T55" fmla="*/ 86 h 211"/>
                <a:gd name="T56" fmla="*/ 245 w 481"/>
                <a:gd name="T57" fmla="*/ 82 h 211"/>
                <a:gd name="T58" fmla="*/ 241 w 481"/>
                <a:gd name="T59" fmla="*/ 77 h 2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481" h="211">
                  <a:moveTo>
                    <a:pt x="467" y="211"/>
                  </a:moveTo>
                  <a:cubicBezTo>
                    <a:pt x="14" y="211"/>
                    <a:pt x="14" y="211"/>
                    <a:pt x="14" y="211"/>
                  </a:cubicBezTo>
                  <a:cubicBezTo>
                    <a:pt x="6" y="211"/>
                    <a:pt x="0" y="204"/>
                    <a:pt x="0" y="197"/>
                  </a:cubicBezTo>
                  <a:cubicBezTo>
                    <a:pt x="0" y="102"/>
                    <a:pt x="62" y="69"/>
                    <a:pt x="119" y="69"/>
                  </a:cubicBezTo>
                  <a:cubicBezTo>
                    <a:pt x="160" y="69"/>
                    <a:pt x="160" y="69"/>
                    <a:pt x="160" y="69"/>
                  </a:cubicBezTo>
                  <a:cubicBezTo>
                    <a:pt x="166" y="30"/>
                    <a:pt x="200" y="0"/>
                    <a:pt x="241" y="0"/>
                  </a:cubicBezTo>
                  <a:cubicBezTo>
                    <a:pt x="281" y="0"/>
                    <a:pt x="315" y="30"/>
                    <a:pt x="322" y="69"/>
                  </a:cubicBezTo>
                  <a:cubicBezTo>
                    <a:pt x="362" y="69"/>
                    <a:pt x="362" y="69"/>
                    <a:pt x="362" y="69"/>
                  </a:cubicBezTo>
                  <a:cubicBezTo>
                    <a:pt x="420" y="69"/>
                    <a:pt x="481" y="102"/>
                    <a:pt x="481" y="197"/>
                  </a:cubicBezTo>
                  <a:cubicBezTo>
                    <a:pt x="481" y="204"/>
                    <a:pt x="475" y="211"/>
                    <a:pt x="467" y="211"/>
                  </a:cubicBezTo>
                  <a:close/>
                  <a:moveTo>
                    <a:pt x="29" y="183"/>
                  </a:moveTo>
                  <a:cubicBezTo>
                    <a:pt x="453" y="183"/>
                    <a:pt x="453" y="183"/>
                    <a:pt x="453" y="183"/>
                  </a:cubicBezTo>
                  <a:cubicBezTo>
                    <a:pt x="448" y="128"/>
                    <a:pt x="416" y="97"/>
                    <a:pt x="362" y="97"/>
                  </a:cubicBezTo>
                  <a:cubicBezTo>
                    <a:pt x="309" y="97"/>
                    <a:pt x="309" y="97"/>
                    <a:pt x="309" y="97"/>
                  </a:cubicBezTo>
                  <a:cubicBezTo>
                    <a:pt x="301" y="97"/>
                    <a:pt x="295" y="90"/>
                    <a:pt x="295" y="83"/>
                  </a:cubicBezTo>
                  <a:cubicBezTo>
                    <a:pt x="295" y="53"/>
                    <a:pt x="271" y="28"/>
                    <a:pt x="241" y="28"/>
                  </a:cubicBezTo>
                  <a:cubicBezTo>
                    <a:pt x="211" y="28"/>
                    <a:pt x="187" y="53"/>
                    <a:pt x="187" y="83"/>
                  </a:cubicBezTo>
                  <a:cubicBezTo>
                    <a:pt x="187" y="90"/>
                    <a:pt x="180" y="97"/>
                    <a:pt x="173" y="97"/>
                  </a:cubicBezTo>
                  <a:cubicBezTo>
                    <a:pt x="119" y="97"/>
                    <a:pt x="119" y="97"/>
                    <a:pt x="119" y="97"/>
                  </a:cubicBezTo>
                  <a:cubicBezTo>
                    <a:pt x="66" y="97"/>
                    <a:pt x="33" y="128"/>
                    <a:pt x="29" y="183"/>
                  </a:cubicBezTo>
                  <a:close/>
                  <a:moveTo>
                    <a:pt x="241" y="114"/>
                  </a:moveTo>
                  <a:cubicBezTo>
                    <a:pt x="223" y="114"/>
                    <a:pt x="208" y="99"/>
                    <a:pt x="208" y="82"/>
                  </a:cubicBezTo>
                  <a:cubicBezTo>
                    <a:pt x="208" y="64"/>
                    <a:pt x="223" y="49"/>
                    <a:pt x="241" y="49"/>
                  </a:cubicBezTo>
                  <a:cubicBezTo>
                    <a:pt x="259" y="49"/>
                    <a:pt x="273" y="64"/>
                    <a:pt x="273" y="82"/>
                  </a:cubicBezTo>
                  <a:cubicBezTo>
                    <a:pt x="273" y="99"/>
                    <a:pt x="259" y="114"/>
                    <a:pt x="241" y="114"/>
                  </a:cubicBezTo>
                  <a:close/>
                  <a:moveTo>
                    <a:pt x="241" y="77"/>
                  </a:moveTo>
                  <a:cubicBezTo>
                    <a:pt x="238" y="77"/>
                    <a:pt x="236" y="79"/>
                    <a:pt x="236" y="82"/>
                  </a:cubicBezTo>
                  <a:cubicBezTo>
                    <a:pt x="236" y="84"/>
                    <a:pt x="238" y="86"/>
                    <a:pt x="241" y="86"/>
                  </a:cubicBezTo>
                  <a:cubicBezTo>
                    <a:pt x="243" y="86"/>
                    <a:pt x="245" y="84"/>
                    <a:pt x="245" y="82"/>
                  </a:cubicBezTo>
                  <a:cubicBezTo>
                    <a:pt x="245" y="79"/>
                    <a:pt x="243" y="77"/>
                    <a:pt x="241" y="7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23" name="Freeform 287">
              <a:extLst>
                <a:ext uri="{FF2B5EF4-FFF2-40B4-BE49-F238E27FC236}">
                  <a16:creationId xmlns:a16="http://schemas.microsoft.com/office/drawing/2014/main" id="{4E930EFB-07E0-6B49-A8AF-3452B2B9988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99288" y="5486401"/>
              <a:ext cx="242888" cy="30163"/>
            </a:xfrm>
            <a:custGeom>
              <a:avLst/>
              <a:gdLst>
                <a:gd name="T0" fmla="*/ 215 w 229"/>
                <a:gd name="T1" fmla="*/ 28 h 28"/>
                <a:gd name="T2" fmla="*/ 14 w 229"/>
                <a:gd name="T3" fmla="*/ 28 h 28"/>
                <a:gd name="T4" fmla="*/ 0 w 229"/>
                <a:gd name="T5" fmla="*/ 14 h 28"/>
                <a:gd name="T6" fmla="*/ 14 w 229"/>
                <a:gd name="T7" fmla="*/ 0 h 28"/>
                <a:gd name="T8" fmla="*/ 215 w 229"/>
                <a:gd name="T9" fmla="*/ 0 h 28"/>
                <a:gd name="T10" fmla="*/ 229 w 229"/>
                <a:gd name="T11" fmla="*/ 14 h 28"/>
                <a:gd name="T12" fmla="*/ 215 w 229"/>
                <a:gd name="T13" fmla="*/ 28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29" h="28">
                  <a:moveTo>
                    <a:pt x="215" y="28"/>
                  </a:moveTo>
                  <a:cubicBezTo>
                    <a:pt x="14" y="28"/>
                    <a:pt x="14" y="28"/>
                    <a:pt x="14" y="28"/>
                  </a:cubicBezTo>
                  <a:cubicBezTo>
                    <a:pt x="6" y="28"/>
                    <a:pt x="0" y="22"/>
                    <a:pt x="0" y="14"/>
                  </a:cubicBezTo>
                  <a:cubicBezTo>
                    <a:pt x="0" y="7"/>
                    <a:pt x="6" y="0"/>
                    <a:pt x="14" y="0"/>
                  </a:cubicBezTo>
                  <a:cubicBezTo>
                    <a:pt x="215" y="0"/>
                    <a:pt x="215" y="0"/>
                    <a:pt x="215" y="0"/>
                  </a:cubicBezTo>
                  <a:cubicBezTo>
                    <a:pt x="222" y="0"/>
                    <a:pt x="229" y="7"/>
                    <a:pt x="229" y="14"/>
                  </a:cubicBezTo>
                  <a:cubicBezTo>
                    <a:pt x="229" y="22"/>
                    <a:pt x="222" y="28"/>
                    <a:pt x="215" y="2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24" name="Freeform 288">
              <a:extLst>
                <a:ext uri="{FF2B5EF4-FFF2-40B4-BE49-F238E27FC236}">
                  <a16:creationId xmlns:a16="http://schemas.microsoft.com/office/drawing/2014/main" id="{FF678E45-BCFF-CD4F-BDBA-30874C5BCA9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426326" y="5262563"/>
              <a:ext cx="179388" cy="844550"/>
            </a:xfrm>
            <a:custGeom>
              <a:avLst/>
              <a:gdLst>
                <a:gd name="T0" fmla="*/ 156 w 170"/>
                <a:gd name="T1" fmla="*/ 798 h 798"/>
                <a:gd name="T2" fmla="*/ 14 w 170"/>
                <a:gd name="T3" fmla="*/ 798 h 798"/>
                <a:gd name="T4" fmla="*/ 0 w 170"/>
                <a:gd name="T5" fmla="*/ 784 h 798"/>
                <a:gd name="T6" fmla="*/ 0 w 170"/>
                <a:gd name="T7" fmla="*/ 86 h 798"/>
                <a:gd name="T8" fmla="*/ 5 w 170"/>
                <a:gd name="T9" fmla="*/ 77 h 798"/>
                <a:gd name="T10" fmla="*/ 76 w 170"/>
                <a:gd name="T11" fmla="*/ 6 h 798"/>
                <a:gd name="T12" fmla="*/ 95 w 170"/>
                <a:gd name="T13" fmla="*/ 6 h 798"/>
                <a:gd name="T14" fmla="*/ 166 w 170"/>
                <a:gd name="T15" fmla="*/ 77 h 798"/>
                <a:gd name="T16" fmla="*/ 170 w 170"/>
                <a:gd name="T17" fmla="*/ 86 h 798"/>
                <a:gd name="T18" fmla="*/ 170 w 170"/>
                <a:gd name="T19" fmla="*/ 784 h 798"/>
                <a:gd name="T20" fmla="*/ 156 w 170"/>
                <a:gd name="T21" fmla="*/ 798 h 798"/>
                <a:gd name="T22" fmla="*/ 28 w 170"/>
                <a:gd name="T23" fmla="*/ 770 h 798"/>
                <a:gd name="T24" fmla="*/ 142 w 170"/>
                <a:gd name="T25" fmla="*/ 770 h 798"/>
                <a:gd name="T26" fmla="*/ 142 w 170"/>
                <a:gd name="T27" fmla="*/ 92 h 798"/>
                <a:gd name="T28" fmla="*/ 85 w 170"/>
                <a:gd name="T29" fmla="*/ 35 h 798"/>
                <a:gd name="T30" fmla="*/ 28 w 170"/>
                <a:gd name="T31" fmla="*/ 92 h 798"/>
                <a:gd name="T32" fmla="*/ 28 w 170"/>
                <a:gd name="T33" fmla="*/ 770 h 7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0" h="798">
                  <a:moveTo>
                    <a:pt x="156" y="798"/>
                  </a:moveTo>
                  <a:cubicBezTo>
                    <a:pt x="14" y="798"/>
                    <a:pt x="14" y="798"/>
                    <a:pt x="14" y="798"/>
                  </a:cubicBezTo>
                  <a:cubicBezTo>
                    <a:pt x="7" y="798"/>
                    <a:pt x="0" y="792"/>
                    <a:pt x="0" y="784"/>
                  </a:cubicBezTo>
                  <a:cubicBezTo>
                    <a:pt x="0" y="86"/>
                    <a:pt x="0" y="86"/>
                    <a:pt x="0" y="86"/>
                  </a:cubicBezTo>
                  <a:cubicBezTo>
                    <a:pt x="0" y="83"/>
                    <a:pt x="2" y="79"/>
                    <a:pt x="5" y="77"/>
                  </a:cubicBezTo>
                  <a:cubicBezTo>
                    <a:pt x="76" y="6"/>
                    <a:pt x="76" y="6"/>
                    <a:pt x="76" y="6"/>
                  </a:cubicBezTo>
                  <a:cubicBezTo>
                    <a:pt x="81" y="0"/>
                    <a:pt x="90" y="0"/>
                    <a:pt x="95" y="6"/>
                  </a:cubicBezTo>
                  <a:cubicBezTo>
                    <a:pt x="166" y="77"/>
                    <a:pt x="166" y="77"/>
                    <a:pt x="166" y="77"/>
                  </a:cubicBezTo>
                  <a:cubicBezTo>
                    <a:pt x="169" y="79"/>
                    <a:pt x="170" y="83"/>
                    <a:pt x="170" y="86"/>
                  </a:cubicBezTo>
                  <a:cubicBezTo>
                    <a:pt x="170" y="784"/>
                    <a:pt x="170" y="784"/>
                    <a:pt x="170" y="784"/>
                  </a:cubicBezTo>
                  <a:cubicBezTo>
                    <a:pt x="170" y="792"/>
                    <a:pt x="164" y="798"/>
                    <a:pt x="156" y="798"/>
                  </a:cubicBezTo>
                  <a:close/>
                  <a:moveTo>
                    <a:pt x="28" y="770"/>
                  </a:moveTo>
                  <a:cubicBezTo>
                    <a:pt x="142" y="770"/>
                    <a:pt x="142" y="770"/>
                    <a:pt x="142" y="770"/>
                  </a:cubicBezTo>
                  <a:cubicBezTo>
                    <a:pt x="142" y="92"/>
                    <a:pt x="142" y="92"/>
                    <a:pt x="142" y="92"/>
                  </a:cubicBezTo>
                  <a:cubicBezTo>
                    <a:pt x="85" y="35"/>
                    <a:pt x="85" y="35"/>
                    <a:pt x="85" y="35"/>
                  </a:cubicBezTo>
                  <a:cubicBezTo>
                    <a:pt x="28" y="92"/>
                    <a:pt x="28" y="92"/>
                    <a:pt x="28" y="92"/>
                  </a:cubicBezTo>
                  <a:lnTo>
                    <a:pt x="28" y="7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25" name="Freeform 289">
              <a:extLst>
                <a:ext uri="{FF2B5EF4-FFF2-40B4-BE49-F238E27FC236}">
                  <a16:creationId xmlns:a16="http://schemas.microsoft.com/office/drawing/2014/main" id="{72DBFCF9-695D-0B4F-A249-F4E92586D7AA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9826" y="5284788"/>
              <a:ext cx="52388" cy="33338"/>
            </a:xfrm>
            <a:custGeom>
              <a:avLst/>
              <a:gdLst>
                <a:gd name="T0" fmla="*/ 0 w 33"/>
                <a:gd name="T1" fmla="*/ 21 h 21"/>
                <a:gd name="T2" fmla="*/ 33 w 33"/>
                <a:gd name="T3" fmla="*/ 21 h 21"/>
                <a:gd name="T4" fmla="*/ 16 w 33"/>
                <a:gd name="T5" fmla="*/ 0 h 21"/>
                <a:gd name="T6" fmla="*/ 0 w 33"/>
                <a:gd name="T7" fmla="*/ 21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21">
                  <a:moveTo>
                    <a:pt x="0" y="21"/>
                  </a:moveTo>
                  <a:lnTo>
                    <a:pt x="33" y="21"/>
                  </a:lnTo>
                  <a:lnTo>
                    <a:pt x="16" y="0"/>
                  </a:lnTo>
                  <a:lnTo>
                    <a:pt x="0" y="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26" name="Freeform 290">
              <a:extLst>
                <a:ext uri="{FF2B5EF4-FFF2-40B4-BE49-F238E27FC236}">
                  <a16:creationId xmlns:a16="http://schemas.microsoft.com/office/drawing/2014/main" id="{BCF97C05-7CDE-4946-9409-90AEBE95B47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802438" y="5413376"/>
              <a:ext cx="176213" cy="176213"/>
            </a:xfrm>
            <a:custGeom>
              <a:avLst/>
              <a:gdLst>
                <a:gd name="T0" fmla="*/ 83 w 167"/>
                <a:gd name="T1" fmla="*/ 167 h 167"/>
                <a:gd name="T2" fmla="*/ 0 w 167"/>
                <a:gd name="T3" fmla="*/ 83 h 167"/>
                <a:gd name="T4" fmla="*/ 83 w 167"/>
                <a:gd name="T5" fmla="*/ 0 h 167"/>
                <a:gd name="T6" fmla="*/ 167 w 167"/>
                <a:gd name="T7" fmla="*/ 83 h 167"/>
                <a:gd name="T8" fmla="*/ 83 w 167"/>
                <a:gd name="T9" fmla="*/ 167 h 167"/>
                <a:gd name="T10" fmla="*/ 83 w 167"/>
                <a:gd name="T11" fmla="*/ 28 h 167"/>
                <a:gd name="T12" fmla="*/ 28 w 167"/>
                <a:gd name="T13" fmla="*/ 83 h 167"/>
                <a:gd name="T14" fmla="*/ 83 w 167"/>
                <a:gd name="T15" fmla="*/ 139 h 167"/>
                <a:gd name="T16" fmla="*/ 139 w 167"/>
                <a:gd name="T17" fmla="*/ 83 h 167"/>
                <a:gd name="T18" fmla="*/ 83 w 167"/>
                <a:gd name="T19" fmla="*/ 28 h 1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67" h="167">
                  <a:moveTo>
                    <a:pt x="83" y="167"/>
                  </a:moveTo>
                  <a:cubicBezTo>
                    <a:pt x="38" y="167"/>
                    <a:pt x="0" y="129"/>
                    <a:pt x="0" y="83"/>
                  </a:cubicBezTo>
                  <a:cubicBezTo>
                    <a:pt x="0" y="38"/>
                    <a:pt x="38" y="0"/>
                    <a:pt x="83" y="0"/>
                  </a:cubicBezTo>
                  <a:cubicBezTo>
                    <a:pt x="129" y="0"/>
                    <a:pt x="167" y="38"/>
                    <a:pt x="167" y="83"/>
                  </a:cubicBezTo>
                  <a:cubicBezTo>
                    <a:pt x="167" y="129"/>
                    <a:pt x="129" y="167"/>
                    <a:pt x="83" y="167"/>
                  </a:cubicBezTo>
                  <a:close/>
                  <a:moveTo>
                    <a:pt x="83" y="28"/>
                  </a:moveTo>
                  <a:cubicBezTo>
                    <a:pt x="53" y="28"/>
                    <a:pt x="28" y="53"/>
                    <a:pt x="28" y="83"/>
                  </a:cubicBezTo>
                  <a:cubicBezTo>
                    <a:pt x="28" y="114"/>
                    <a:pt x="53" y="139"/>
                    <a:pt x="83" y="139"/>
                  </a:cubicBezTo>
                  <a:cubicBezTo>
                    <a:pt x="114" y="139"/>
                    <a:pt x="139" y="114"/>
                    <a:pt x="139" y="83"/>
                  </a:cubicBezTo>
                  <a:cubicBezTo>
                    <a:pt x="139" y="53"/>
                    <a:pt x="114" y="28"/>
                    <a:pt x="83" y="2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27" name="Freeform 291">
              <a:extLst>
                <a:ext uri="{FF2B5EF4-FFF2-40B4-BE49-F238E27FC236}">
                  <a16:creationId xmlns:a16="http://schemas.microsoft.com/office/drawing/2014/main" id="{A4955F94-5056-0A4A-98A4-4094FEBDCC2B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5301" y="5472113"/>
              <a:ext cx="61913" cy="65088"/>
            </a:xfrm>
            <a:custGeom>
              <a:avLst/>
              <a:gdLst>
                <a:gd name="T0" fmla="*/ 42 w 58"/>
                <a:gd name="T1" fmla="*/ 62 h 62"/>
                <a:gd name="T2" fmla="*/ 32 w 58"/>
                <a:gd name="T3" fmla="*/ 57 h 62"/>
                <a:gd name="T4" fmla="*/ 5 w 58"/>
                <a:gd name="T5" fmla="*/ 25 h 62"/>
                <a:gd name="T6" fmla="*/ 6 w 58"/>
                <a:gd name="T7" fmla="*/ 5 h 62"/>
                <a:gd name="T8" fmla="*/ 26 w 58"/>
                <a:gd name="T9" fmla="*/ 7 h 62"/>
                <a:gd name="T10" fmla="*/ 53 w 58"/>
                <a:gd name="T11" fmla="*/ 39 h 62"/>
                <a:gd name="T12" fmla="*/ 51 w 58"/>
                <a:gd name="T13" fmla="*/ 58 h 62"/>
                <a:gd name="T14" fmla="*/ 42 w 58"/>
                <a:gd name="T15" fmla="*/ 62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8" h="62">
                  <a:moveTo>
                    <a:pt x="42" y="62"/>
                  </a:moveTo>
                  <a:cubicBezTo>
                    <a:pt x="38" y="62"/>
                    <a:pt x="35" y="60"/>
                    <a:pt x="32" y="57"/>
                  </a:cubicBezTo>
                  <a:cubicBezTo>
                    <a:pt x="5" y="25"/>
                    <a:pt x="5" y="25"/>
                    <a:pt x="5" y="25"/>
                  </a:cubicBezTo>
                  <a:cubicBezTo>
                    <a:pt x="0" y="19"/>
                    <a:pt x="1" y="10"/>
                    <a:pt x="6" y="5"/>
                  </a:cubicBezTo>
                  <a:cubicBezTo>
                    <a:pt x="12" y="0"/>
                    <a:pt x="21" y="1"/>
                    <a:pt x="26" y="7"/>
                  </a:cubicBezTo>
                  <a:cubicBezTo>
                    <a:pt x="53" y="39"/>
                    <a:pt x="53" y="39"/>
                    <a:pt x="53" y="39"/>
                  </a:cubicBezTo>
                  <a:cubicBezTo>
                    <a:pt x="58" y="45"/>
                    <a:pt x="57" y="53"/>
                    <a:pt x="51" y="58"/>
                  </a:cubicBezTo>
                  <a:cubicBezTo>
                    <a:pt x="49" y="61"/>
                    <a:pt x="46" y="62"/>
                    <a:pt x="42" y="6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28" name="Freeform 292">
              <a:extLst>
                <a:ext uri="{FF2B5EF4-FFF2-40B4-BE49-F238E27FC236}">
                  <a16:creationId xmlns:a16="http://schemas.microsoft.com/office/drawing/2014/main" id="{9C4FD3D4-C425-BC4E-94CE-B6CE61F19DB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73876" y="5472113"/>
              <a:ext cx="61913" cy="65088"/>
            </a:xfrm>
            <a:custGeom>
              <a:avLst/>
              <a:gdLst>
                <a:gd name="T0" fmla="*/ 15 w 58"/>
                <a:gd name="T1" fmla="*/ 62 h 62"/>
                <a:gd name="T2" fmla="*/ 6 w 58"/>
                <a:gd name="T3" fmla="*/ 58 h 62"/>
                <a:gd name="T4" fmla="*/ 5 w 58"/>
                <a:gd name="T5" fmla="*/ 39 h 62"/>
                <a:gd name="T6" fmla="*/ 32 w 58"/>
                <a:gd name="T7" fmla="*/ 7 h 62"/>
                <a:gd name="T8" fmla="*/ 51 w 58"/>
                <a:gd name="T9" fmla="*/ 5 h 62"/>
                <a:gd name="T10" fmla="*/ 53 w 58"/>
                <a:gd name="T11" fmla="*/ 25 h 62"/>
                <a:gd name="T12" fmla="*/ 26 w 58"/>
                <a:gd name="T13" fmla="*/ 57 h 62"/>
                <a:gd name="T14" fmla="*/ 15 w 58"/>
                <a:gd name="T15" fmla="*/ 62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8" h="62">
                  <a:moveTo>
                    <a:pt x="15" y="62"/>
                  </a:moveTo>
                  <a:cubicBezTo>
                    <a:pt x="12" y="62"/>
                    <a:pt x="9" y="61"/>
                    <a:pt x="6" y="58"/>
                  </a:cubicBezTo>
                  <a:cubicBezTo>
                    <a:pt x="0" y="53"/>
                    <a:pt x="0" y="45"/>
                    <a:pt x="5" y="39"/>
                  </a:cubicBezTo>
                  <a:cubicBezTo>
                    <a:pt x="32" y="7"/>
                    <a:pt x="32" y="7"/>
                    <a:pt x="32" y="7"/>
                  </a:cubicBezTo>
                  <a:cubicBezTo>
                    <a:pt x="37" y="1"/>
                    <a:pt x="46" y="0"/>
                    <a:pt x="51" y="5"/>
                  </a:cubicBezTo>
                  <a:cubicBezTo>
                    <a:pt x="57" y="10"/>
                    <a:pt x="58" y="19"/>
                    <a:pt x="53" y="25"/>
                  </a:cubicBezTo>
                  <a:cubicBezTo>
                    <a:pt x="26" y="57"/>
                    <a:pt x="26" y="57"/>
                    <a:pt x="26" y="57"/>
                  </a:cubicBezTo>
                  <a:cubicBezTo>
                    <a:pt x="23" y="60"/>
                    <a:pt x="19" y="62"/>
                    <a:pt x="15" y="6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29" name="Freeform 293">
              <a:extLst>
                <a:ext uri="{FF2B5EF4-FFF2-40B4-BE49-F238E27FC236}">
                  <a16:creationId xmlns:a16="http://schemas.microsoft.com/office/drawing/2014/main" id="{862228D1-7B73-AA40-B6E9-1805F2B7807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99288" y="5678488"/>
              <a:ext cx="242888" cy="30163"/>
            </a:xfrm>
            <a:custGeom>
              <a:avLst/>
              <a:gdLst>
                <a:gd name="T0" fmla="*/ 215 w 229"/>
                <a:gd name="T1" fmla="*/ 28 h 28"/>
                <a:gd name="T2" fmla="*/ 14 w 229"/>
                <a:gd name="T3" fmla="*/ 28 h 28"/>
                <a:gd name="T4" fmla="*/ 0 w 229"/>
                <a:gd name="T5" fmla="*/ 14 h 28"/>
                <a:gd name="T6" fmla="*/ 14 w 229"/>
                <a:gd name="T7" fmla="*/ 0 h 28"/>
                <a:gd name="T8" fmla="*/ 215 w 229"/>
                <a:gd name="T9" fmla="*/ 0 h 28"/>
                <a:gd name="T10" fmla="*/ 229 w 229"/>
                <a:gd name="T11" fmla="*/ 14 h 28"/>
                <a:gd name="T12" fmla="*/ 215 w 229"/>
                <a:gd name="T13" fmla="*/ 28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29" h="28">
                  <a:moveTo>
                    <a:pt x="215" y="28"/>
                  </a:moveTo>
                  <a:cubicBezTo>
                    <a:pt x="14" y="28"/>
                    <a:pt x="14" y="28"/>
                    <a:pt x="14" y="28"/>
                  </a:cubicBezTo>
                  <a:cubicBezTo>
                    <a:pt x="6" y="28"/>
                    <a:pt x="0" y="22"/>
                    <a:pt x="0" y="14"/>
                  </a:cubicBezTo>
                  <a:cubicBezTo>
                    <a:pt x="0" y="6"/>
                    <a:pt x="6" y="0"/>
                    <a:pt x="14" y="0"/>
                  </a:cubicBezTo>
                  <a:cubicBezTo>
                    <a:pt x="215" y="0"/>
                    <a:pt x="215" y="0"/>
                    <a:pt x="215" y="0"/>
                  </a:cubicBezTo>
                  <a:cubicBezTo>
                    <a:pt x="222" y="0"/>
                    <a:pt x="229" y="6"/>
                    <a:pt x="229" y="14"/>
                  </a:cubicBezTo>
                  <a:cubicBezTo>
                    <a:pt x="229" y="22"/>
                    <a:pt x="222" y="28"/>
                    <a:pt x="215" y="2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30" name="Freeform 294">
              <a:extLst>
                <a:ext uri="{FF2B5EF4-FFF2-40B4-BE49-F238E27FC236}">
                  <a16:creationId xmlns:a16="http://schemas.microsoft.com/office/drawing/2014/main" id="{1774E2B8-B9B8-7645-9C19-716B998182D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802438" y="5605463"/>
              <a:ext cx="176213" cy="176213"/>
            </a:xfrm>
            <a:custGeom>
              <a:avLst/>
              <a:gdLst>
                <a:gd name="T0" fmla="*/ 83 w 167"/>
                <a:gd name="T1" fmla="*/ 166 h 166"/>
                <a:gd name="T2" fmla="*/ 0 w 167"/>
                <a:gd name="T3" fmla="*/ 83 h 166"/>
                <a:gd name="T4" fmla="*/ 83 w 167"/>
                <a:gd name="T5" fmla="*/ 0 h 166"/>
                <a:gd name="T6" fmla="*/ 167 w 167"/>
                <a:gd name="T7" fmla="*/ 83 h 166"/>
                <a:gd name="T8" fmla="*/ 83 w 167"/>
                <a:gd name="T9" fmla="*/ 166 h 166"/>
                <a:gd name="T10" fmla="*/ 83 w 167"/>
                <a:gd name="T11" fmla="*/ 28 h 166"/>
                <a:gd name="T12" fmla="*/ 28 w 167"/>
                <a:gd name="T13" fmla="*/ 83 h 166"/>
                <a:gd name="T14" fmla="*/ 83 w 167"/>
                <a:gd name="T15" fmla="*/ 138 h 166"/>
                <a:gd name="T16" fmla="*/ 139 w 167"/>
                <a:gd name="T17" fmla="*/ 83 h 166"/>
                <a:gd name="T18" fmla="*/ 83 w 167"/>
                <a:gd name="T19" fmla="*/ 28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67" h="166">
                  <a:moveTo>
                    <a:pt x="83" y="166"/>
                  </a:moveTo>
                  <a:cubicBezTo>
                    <a:pt x="38" y="166"/>
                    <a:pt x="0" y="129"/>
                    <a:pt x="0" y="83"/>
                  </a:cubicBezTo>
                  <a:cubicBezTo>
                    <a:pt x="0" y="37"/>
                    <a:pt x="38" y="0"/>
                    <a:pt x="83" y="0"/>
                  </a:cubicBezTo>
                  <a:cubicBezTo>
                    <a:pt x="129" y="0"/>
                    <a:pt x="167" y="37"/>
                    <a:pt x="167" y="83"/>
                  </a:cubicBezTo>
                  <a:cubicBezTo>
                    <a:pt x="167" y="129"/>
                    <a:pt x="129" y="166"/>
                    <a:pt x="83" y="166"/>
                  </a:cubicBezTo>
                  <a:close/>
                  <a:moveTo>
                    <a:pt x="83" y="28"/>
                  </a:moveTo>
                  <a:cubicBezTo>
                    <a:pt x="53" y="28"/>
                    <a:pt x="28" y="52"/>
                    <a:pt x="28" y="83"/>
                  </a:cubicBezTo>
                  <a:cubicBezTo>
                    <a:pt x="28" y="113"/>
                    <a:pt x="53" y="138"/>
                    <a:pt x="83" y="138"/>
                  </a:cubicBezTo>
                  <a:cubicBezTo>
                    <a:pt x="114" y="138"/>
                    <a:pt x="139" y="113"/>
                    <a:pt x="139" y="83"/>
                  </a:cubicBezTo>
                  <a:cubicBezTo>
                    <a:pt x="139" y="52"/>
                    <a:pt x="114" y="28"/>
                    <a:pt x="83" y="2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31" name="Freeform 295">
              <a:extLst>
                <a:ext uri="{FF2B5EF4-FFF2-40B4-BE49-F238E27FC236}">
                  <a16:creationId xmlns:a16="http://schemas.microsoft.com/office/drawing/2014/main" id="{7E872E4C-9262-E048-8FEB-D3852CBFFAA4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5301" y="5664201"/>
              <a:ext cx="61913" cy="65088"/>
            </a:xfrm>
            <a:custGeom>
              <a:avLst/>
              <a:gdLst>
                <a:gd name="T0" fmla="*/ 42 w 58"/>
                <a:gd name="T1" fmla="*/ 61 h 61"/>
                <a:gd name="T2" fmla="*/ 32 w 58"/>
                <a:gd name="T3" fmla="*/ 56 h 61"/>
                <a:gd name="T4" fmla="*/ 5 w 58"/>
                <a:gd name="T5" fmla="*/ 24 h 61"/>
                <a:gd name="T6" fmla="*/ 6 w 58"/>
                <a:gd name="T7" fmla="*/ 5 h 61"/>
                <a:gd name="T8" fmla="*/ 26 w 58"/>
                <a:gd name="T9" fmla="*/ 6 h 61"/>
                <a:gd name="T10" fmla="*/ 53 w 58"/>
                <a:gd name="T11" fmla="*/ 38 h 61"/>
                <a:gd name="T12" fmla="*/ 51 w 58"/>
                <a:gd name="T13" fmla="*/ 58 h 61"/>
                <a:gd name="T14" fmla="*/ 42 w 58"/>
                <a:gd name="T15" fmla="*/ 61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8" h="61">
                  <a:moveTo>
                    <a:pt x="42" y="61"/>
                  </a:moveTo>
                  <a:cubicBezTo>
                    <a:pt x="38" y="61"/>
                    <a:pt x="35" y="59"/>
                    <a:pt x="32" y="56"/>
                  </a:cubicBezTo>
                  <a:cubicBezTo>
                    <a:pt x="5" y="24"/>
                    <a:pt x="5" y="24"/>
                    <a:pt x="5" y="24"/>
                  </a:cubicBezTo>
                  <a:cubicBezTo>
                    <a:pt x="0" y="19"/>
                    <a:pt x="1" y="10"/>
                    <a:pt x="6" y="5"/>
                  </a:cubicBezTo>
                  <a:cubicBezTo>
                    <a:pt x="12" y="0"/>
                    <a:pt x="21" y="0"/>
                    <a:pt x="26" y="6"/>
                  </a:cubicBezTo>
                  <a:cubicBezTo>
                    <a:pt x="53" y="38"/>
                    <a:pt x="53" y="38"/>
                    <a:pt x="53" y="38"/>
                  </a:cubicBezTo>
                  <a:cubicBezTo>
                    <a:pt x="58" y="44"/>
                    <a:pt x="57" y="53"/>
                    <a:pt x="51" y="58"/>
                  </a:cubicBezTo>
                  <a:cubicBezTo>
                    <a:pt x="49" y="60"/>
                    <a:pt x="46" y="61"/>
                    <a:pt x="42" y="6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32" name="Freeform 296">
              <a:extLst>
                <a:ext uri="{FF2B5EF4-FFF2-40B4-BE49-F238E27FC236}">
                  <a16:creationId xmlns:a16="http://schemas.microsoft.com/office/drawing/2014/main" id="{1A9625E5-E5E8-5542-815D-D71946194FB8}"/>
                </a:ext>
              </a:extLst>
            </p:cNvPr>
            <p:cNvSpPr>
              <a:spLocks/>
            </p:cNvSpPr>
            <p:nvPr/>
          </p:nvSpPr>
          <p:spPr bwMode="auto">
            <a:xfrm>
              <a:off x="6873876" y="5664201"/>
              <a:ext cx="61913" cy="65088"/>
            </a:xfrm>
            <a:custGeom>
              <a:avLst/>
              <a:gdLst>
                <a:gd name="T0" fmla="*/ 15 w 58"/>
                <a:gd name="T1" fmla="*/ 61 h 61"/>
                <a:gd name="T2" fmla="*/ 6 w 58"/>
                <a:gd name="T3" fmla="*/ 58 h 61"/>
                <a:gd name="T4" fmla="*/ 5 w 58"/>
                <a:gd name="T5" fmla="*/ 38 h 61"/>
                <a:gd name="T6" fmla="*/ 32 w 58"/>
                <a:gd name="T7" fmla="*/ 6 h 61"/>
                <a:gd name="T8" fmla="*/ 51 w 58"/>
                <a:gd name="T9" fmla="*/ 5 h 61"/>
                <a:gd name="T10" fmla="*/ 53 w 58"/>
                <a:gd name="T11" fmla="*/ 24 h 61"/>
                <a:gd name="T12" fmla="*/ 26 w 58"/>
                <a:gd name="T13" fmla="*/ 56 h 61"/>
                <a:gd name="T14" fmla="*/ 15 w 58"/>
                <a:gd name="T15" fmla="*/ 61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8" h="61">
                  <a:moveTo>
                    <a:pt x="15" y="61"/>
                  </a:moveTo>
                  <a:cubicBezTo>
                    <a:pt x="12" y="61"/>
                    <a:pt x="9" y="60"/>
                    <a:pt x="6" y="58"/>
                  </a:cubicBezTo>
                  <a:cubicBezTo>
                    <a:pt x="0" y="53"/>
                    <a:pt x="0" y="44"/>
                    <a:pt x="5" y="38"/>
                  </a:cubicBezTo>
                  <a:cubicBezTo>
                    <a:pt x="32" y="6"/>
                    <a:pt x="32" y="6"/>
                    <a:pt x="32" y="6"/>
                  </a:cubicBezTo>
                  <a:cubicBezTo>
                    <a:pt x="37" y="0"/>
                    <a:pt x="46" y="0"/>
                    <a:pt x="51" y="5"/>
                  </a:cubicBezTo>
                  <a:cubicBezTo>
                    <a:pt x="57" y="10"/>
                    <a:pt x="58" y="19"/>
                    <a:pt x="53" y="24"/>
                  </a:cubicBezTo>
                  <a:cubicBezTo>
                    <a:pt x="26" y="56"/>
                    <a:pt x="26" y="56"/>
                    <a:pt x="26" y="56"/>
                  </a:cubicBezTo>
                  <a:cubicBezTo>
                    <a:pt x="23" y="59"/>
                    <a:pt x="19" y="61"/>
                    <a:pt x="15" y="6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33" name="Freeform 297">
              <a:extLst>
                <a:ext uri="{FF2B5EF4-FFF2-40B4-BE49-F238E27FC236}">
                  <a16:creationId xmlns:a16="http://schemas.microsoft.com/office/drawing/2014/main" id="{CF69EF35-7B90-BF45-97EF-3279D8C553BC}"/>
                </a:ext>
              </a:extLst>
            </p:cNvPr>
            <p:cNvSpPr>
              <a:spLocks/>
            </p:cNvSpPr>
            <p:nvPr/>
          </p:nvSpPr>
          <p:spPr bwMode="auto">
            <a:xfrm>
              <a:off x="6999288" y="5870576"/>
              <a:ext cx="242888" cy="30163"/>
            </a:xfrm>
            <a:custGeom>
              <a:avLst/>
              <a:gdLst>
                <a:gd name="T0" fmla="*/ 215 w 229"/>
                <a:gd name="T1" fmla="*/ 28 h 28"/>
                <a:gd name="T2" fmla="*/ 14 w 229"/>
                <a:gd name="T3" fmla="*/ 28 h 28"/>
                <a:gd name="T4" fmla="*/ 0 w 229"/>
                <a:gd name="T5" fmla="*/ 14 h 28"/>
                <a:gd name="T6" fmla="*/ 14 w 229"/>
                <a:gd name="T7" fmla="*/ 0 h 28"/>
                <a:gd name="T8" fmla="*/ 215 w 229"/>
                <a:gd name="T9" fmla="*/ 0 h 28"/>
                <a:gd name="T10" fmla="*/ 229 w 229"/>
                <a:gd name="T11" fmla="*/ 14 h 28"/>
                <a:gd name="T12" fmla="*/ 215 w 229"/>
                <a:gd name="T13" fmla="*/ 28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29" h="28">
                  <a:moveTo>
                    <a:pt x="215" y="28"/>
                  </a:moveTo>
                  <a:cubicBezTo>
                    <a:pt x="14" y="28"/>
                    <a:pt x="14" y="28"/>
                    <a:pt x="14" y="28"/>
                  </a:cubicBezTo>
                  <a:cubicBezTo>
                    <a:pt x="6" y="28"/>
                    <a:pt x="0" y="22"/>
                    <a:pt x="0" y="14"/>
                  </a:cubicBezTo>
                  <a:cubicBezTo>
                    <a:pt x="0" y="7"/>
                    <a:pt x="6" y="0"/>
                    <a:pt x="14" y="0"/>
                  </a:cubicBezTo>
                  <a:cubicBezTo>
                    <a:pt x="215" y="0"/>
                    <a:pt x="215" y="0"/>
                    <a:pt x="215" y="0"/>
                  </a:cubicBezTo>
                  <a:cubicBezTo>
                    <a:pt x="222" y="0"/>
                    <a:pt x="229" y="7"/>
                    <a:pt x="229" y="14"/>
                  </a:cubicBezTo>
                  <a:cubicBezTo>
                    <a:pt x="229" y="22"/>
                    <a:pt x="222" y="28"/>
                    <a:pt x="215" y="2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34" name="Freeform 298">
              <a:extLst>
                <a:ext uri="{FF2B5EF4-FFF2-40B4-BE49-F238E27FC236}">
                  <a16:creationId xmlns:a16="http://schemas.microsoft.com/office/drawing/2014/main" id="{9964CD77-D4E2-9140-9709-609871F59AC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802438" y="5797551"/>
              <a:ext cx="176213" cy="176213"/>
            </a:xfrm>
            <a:custGeom>
              <a:avLst/>
              <a:gdLst>
                <a:gd name="T0" fmla="*/ 83 w 167"/>
                <a:gd name="T1" fmla="*/ 166 h 166"/>
                <a:gd name="T2" fmla="*/ 0 w 167"/>
                <a:gd name="T3" fmla="*/ 83 h 166"/>
                <a:gd name="T4" fmla="*/ 83 w 167"/>
                <a:gd name="T5" fmla="*/ 0 h 166"/>
                <a:gd name="T6" fmla="*/ 167 w 167"/>
                <a:gd name="T7" fmla="*/ 83 h 166"/>
                <a:gd name="T8" fmla="*/ 83 w 167"/>
                <a:gd name="T9" fmla="*/ 166 h 166"/>
                <a:gd name="T10" fmla="*/ 83 w 167"/>
                <a:gd name="T11" fmla="*/ 28 h 166"/>
                <a:gd name="T12" fmla="*/ 28 w 167"/>
                <a:gd name="T13" fmla="*/ 83 h 166"/>
                <a:gd name="T14" fmla="*/ 83 w 167"/>
                <a:gd name="T15" fmla="*/ 138 h 166"/>
                <a:gd name="T16" fmla="*/ 139 w 167"/>
                <a:gd name="T17" fmla="*/ 83 h 166"/>
                <a:gd name="T18" fmla="*/ 83 w 167"/>
                <a:gd name="T19" fmla="*/ 28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67" h="166">
                  <a:moveTo>
                    <a:pt x="83" y="166"/>
                  </a:moveTo>
                  <a:cubicBezTo>
                    <a:pt x="38" y="166"/>
                    <a:pt x="0" y="129"/>
                    <a:pt x="0" y="83"/>
                  </a:cubicBezTo>
                  <a:cubicBezTo>
                    <a:pt x="0" y="37"/>
                    <a:pt x="38" y="0"/>
                    <a:pt x="83" y="0"/>
                  </a:cubicBezTo>
                  <a:cubicBezTo>
                    <a:pt x="129" y="0"/>
                    <a:pt x="167" y="37"/>
                    <a:pt x="167" y="83"/>
                  </a:cubicBezTo>
                  <a:cubicBezTo>
                    <a:pt x="167" y="129"/>
                    <a:pt x="129" y="166"/>
                    <a:pt x="83" y="166"/>
                  </a:cubicBezTo>
                  <a:close/>
                  <a:moveTo>
                    <a:pt x="83" y="28"/>
                  </a:moveTo>
                  <a:cubicBezTo>
                    <a:pt x="53" y="28"/>
                    <a:pt x="28" y="53"/>
                    <a:pt x="28" y="83"/>
                  </a:cubicBezTo>
                  <a:cubicBezTo>
                    <a:pt x="28" y="114"/>
                    <a:pt x="53" y="138"/>
                    <a:pt x="83" y="138"/>
                  </a:cubicBezTo>
                  <a:cubicBezTo>
                    <a:pt x="114" y="138"/>
                    <a:pt x="139" y="114"/>
                    <a:pt x="139" y="83"/>
                  </a:cubicBezTo>
                  <a:cubicBezTo>
                    <a:pt x="139" y="53"/>
                    <a:pt x="114" y="28"/>
                    <a:pt x="83" y="2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35" name="Freeform 299">
              <a:extLst>
                <a:ext uri="{FF2B5EF4-FFF2-40B4-BE49-F238E27FC236}">
                  <a16:creationId xmlns:a16="http://schemas.microsoft.com/office/drawing/2014/main" id="{674B8E88-A3B8-B041-83A5-E9D9BAEC3272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5301" y="5856288"/>
              <a:ext cx="61913" cy="65088"/>
            </a:xfrm>
            <a:custGeom>
              <a:avLst/>
              <a:gdLst>
                <a:gd name="T0" fmla="*/ 42 w 58"/>
                <a:gd name="T1" fmla="*/ 61 h 61"/>
                <a:gd name="T2" fmla="*/ 32 w 58"/>
                <a:gd name="T3" fmla="*/ 57 h 61"/>
                <a:gd name="T4" fmla="*/ 5 w 58"/>
                <a:gd name="T5" fmla="*/ 25 h 61"/>
                <a:gd name="T6" fmla="*/ 6 w 58"/>
                <a:gd name="T7" fmla="*/ 5 h 61"/>
                <a:gd name="T8" fmla="*/ 26 w 58"/>
                <a:gd name="T9" fmla="*/ 7 h 61"/>
                <a:gd name="T10" fmla="*/ 53 w 58"/>
                <a:gd name="T11" fmla="*/ 38 h 61"/>
                <a:gd name="T12" fmla="*/ 51 w 58"/>
                <a:gd name="T13" fmla="*/ 58 h 61"/>
                <a:gd name="T14" fmla="*/ 42 w 58"/>
                <a:gd name="T15" fmla="*/ 61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8" h="61">
                  <a:moveTo>
                    <a:pt x="42" y="61"/>
                  </a:moveTo>
                  <a:cubicBezTo>
                    <a:pt x="38" y="61"/>
                    <a:pt x="35" y="60"/>
                    <a:pt x="32" y="57"/>
                  </a:cubicBezTo>
                  <a:cubicBezTo>
                    <a:pt x="5" y="25"/>
                    <a:pt x="5" y="25"/>
                    <a:pt x="5" y="25"/>
                  </a:cubicBezTo>
                  <a:cubicBezTo>
                    <a:pt x="0" y="19"/>
                    <a:pt x="1" y="10"/>
                    <a:pt x="6" y="5"/>
                  </a:cubicBezTo>
                  <a:cubicBezTo>
                    <a:pt x="12" y="0"/>
                    <a:pt x="21" y="1"/>
                    <a:pt x="26" y="7"/>
                  </a:cubicBezTo>
                  <a:cubicBezTo>
                    <a:pt x="53" y="38"/>
                    <a:pt x="53" y="38"/>
                    <a:pt x="53" y="38"/>
                  </a:cubicBezTo>
                  <a:cubicBezTo>
                    <a:pt x="58" y="44"/>
                    <a:pt x="57" y="53"/>
                    <a:pt x="51" y="58"/>
                  </a:cubicBezTo>
                  <a:cubicBezTo>
                    <a:pt x="49" y="60"/>
                    <a:pt x="46" y="61"/>
                    <a:pt x="42" y="6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36" name="Freeform 300">
              <a:extLst>
                <a:ext uri="{FF2B5EF4-FFF2-40B4-BE49-F238E27FC236}">
                  <a16:creationId xmlns:a16="http://schemas.microsoft.com/office/drawing/2014/main" id="{BF7D3892-6113-8949-BF3B-FAC14E27F790}"/>
                </a:ext>
              </a:extLst>
            </p:cNvPr>
            <p:cNvSpPr>
              <a:spLocks/>
            </p:cNvSpPr>
            <p:nvPr/>
          </p:nvSpPr>
          <p:spPr bwMode="auto">
            <a:xfrm>
              <a:off x="6873876" y="5856288"/>
              <a:ext cx="61913" cy="65088"/>
            </a:xfrm>
            <a:custGeom>
              <a:avLst/>
              <a:gdLst>
                <a:gd name="T0" fmla="*/ 15 w 58"/>
                <a:gd name="T1" fmla="*/ 61 h 61"/>
                <a:gd name="T2" fmla="*/ 6 w 58"/>
                <a:gd name="T3" fmla="*/ 58 h 61"/>
                <a:gd name="T4" fmla="*/ 5 w 58"/>
                <a:gd name="T5" fmla="*/ 38 h 61"/>
                <a:gd name="T6" fmla="*/ 32 w 58"/>
                <a:gd name="T7" fmla="*/ 7 h 61"/>
                <a:gd name="T8" fmla="*/ 51 w 58"/>
                <a:gd name="T9" fmla="*/ 5 h 61"/>
                <a:gd name="T10" fmla="*/ 53 w 58"/>
                <a:gd name="T11" fmla="*/ 25 h 61"/>
                <a:gd name="T12" fmla="*/ 26 w 58"/>
                <a:gd name="T13" fmla="*/ 57 h 61"/>
                <a:gd name="T14" fmla="*/ 15 w 58"/>
                <a:gd name="T15" fmla="*/ 61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8" h="61">
                  <a:moveTo>
                    <a:pt x="15" y="61"/>
                  </a:moveTo>
                  <a:cubicBezTo>
                    <a:pt x="12" y="61"/>
                    <a:pt x="9" y="60"/>
                    <a:pt x="6" y="58"/>
                  </a:cubicBezTo>
                  <a:cubicBezTo>
                    <a:pt x="0" y="53"/>
                    <a:pt x="0" y="44"/>
                    <a:pt x="5" y="38"/>
                  </a:cubicBezTo>
                  <a:cubicBezTo>
                    <a:pt x="32" y="7"/>
                    <a:pt x="32" y="7"/>
                    <a:pt x="32" y="7"/>
                  </a:cubicBezTo>
                  <a:cubicBezTo>
                    <a:pt x="37" y="1"/>
                    <a:pt x="46" y="0"/>
                    <a:pt x="51" y="5"/>
                  </a:cubicBezTo>
                  <a:cubicBezTo>
                    <a:pt x="57" y="10"/>
                    <a:pt x="58" y="19"/>
                    <a:pt x="53" y="25"/>
                  </a:cubicBezTo>
                  <a:cubicBezTo>
                    <a:pt x="26" y="57"/>
                    <a:pt x="26" y="57"/>
                    <a:pt x="26" y="57"/>
                  </a:cubicBezTo>
                  <a:cubicBezTo>
                    <a:pt x="23" y="60"/>
                    <a:pt x="19" y="61"/>
                    <a:pt x="15" y="6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37" name="Freeform 302">
              <a:extLst>
                <a:ext uri="{FF2B5EF4-FFF2-40B4-BE49-F238E27FC236}">
                  <a16:creationId xmlns:a16="http://schemas.microsoft.com/office/drawing/2014/main" id="{26BDCA74-D538-F340-B488-3342E284FABA}"/>
                </a:ext>
              </a:extLst>
            </p:cNvPr>
            <p:cNvSpPr>
              <a:spLocks/>
            </p:cNvSpPr>
            <p:nvPr/>
          </p:nvSpPr>
          <p:spPr bwMode="auto">
            <a:xfrm>
              <a:off x="7467601" y="5340351"/>
              <a:ext cx="96838" cy="30163"/>
            </a:xfrm>
            <a:custGeom>
              <a:avLst/>
              <a:gdLst>
                <a:gd name="T0" fmla="*/ 77 w 91"/>
                <a:gd name="T1" fmla="*/ 28 h 28"/>
                <a:gd name="T2" fmla="*/ 14 w 91"/>
                <a:gd name="T3" fmla="*/ 28 h 28"/>
                <a:gd name="T4" fmla="*/ 0 w 91"/>
                <a:gd name="T5" fmla="*/ 14 h 28"/>
                <a:gd name="T6" fmla="*/ 14 w 91"/>
                <a:gd name="T7" fmla="*/ 0 h 28"/>
                <a:gd name="T8" fmla="*/ 77 w 91"/>
                <a:gd name="T9" fmla="*/ 0 h 28"/>
                <a:gd name="T10" fmla="*/ 91 w 91"/>
                <a:gd name="T11" fmla="*/ 14 h 28"/>
                <a:gd name="T12" fmla="*/ 77 w 91"/>
                <a:gd name="T13" fmla="*/ 28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1" h="28">
                  <a:moveTo>
                    <a:pt x="77" y="28"/>
                  </a:moveTo>
                  <a:cubicBezTo>
                    <a:pt x="14" y="28"/>
                    <a:pt x="14" y="28"/>
                    <a:pt x="14" y="28"/>
                  </a:cubicBezTo>
                  <a:cubicBezTo>
                    <a:pt x="6" y="28"/>
                    <a:pt x="0" y="22"/>
                    <a:pt x="0" y="14"/>
                  </a:cubicBezTo>
                  <a:cubicBezTo>
                    <a:pt x="0" y="7"/>
                    <a:pt x="6" y="0"/>
                    <a:pt x="14" y="0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84" y="0"/>
                    <a:pt x="91" y="7"/>
                    <a:pt x="91" y="14"/>
                  </a:cubicBezTo>
                  <a:cubicBezTo>
                    <a:pt x="91" y="22"/>
                    <a:pt x="84" y="28"/>
                    <a:pt x="77" y="2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</p:grpSp>
      <p:grpSp>
        <p:nvGrpSpPr>
          <p:cNvPr id="138" name="그룹 137"/>
          <p:cNvGrpSpPr/>
          <p:nvPr/>
        </p:nvGrpSpPr>
        <p:grpSpPr>
          <a:xfrm>
            <a:off x="4494154" y="2801705"/>
            <a:ext cx="514964" cy="609065"/>
            <a:chOff x="3898901" y="5183188"/>
            <a:chExt cx="790575" cy="935038"/>
          </a:xfrm>
          <a:solidFill>
            <a:srgbClr val="C00000"/>
          </a:solidFill>
        </p:grpSpPr>
        <p:sp>
          <p:nvSpPr>
            <p:cNvPr id="139" name="Freeform 186"/>
            <p:cNvSpPr>
              <a:spLocks/>
            </p:cNvSpPr>
            <p:nvPr/>
          </p:nvSpPr>
          <p:spPr bwMode="auto">
            <a:xfrm>
              <a:off x="4330701" y="5224463"/>
              <a:ext cx="92075" cy="311150"/>
            </a:xfrm>
            <a:custGeom>
              <a:avLst/>
              <a:gdLst>
                <a:gd name="T0" fmla="*/ 73 w 87"/>
                <a:gd name="T1" fmla="*/ 294 h 294"/>
                <a:gd name="T2" fmla="*/ 59 w 87"/>
                <a:gd name="T3" fmla="*/ 281 h 294"/>
                <a:gd name="T4" fmla="*/ 4 w 87"/>
                <a:gd name="T5" fmla="*/ 23 h 294"/>
                <a:gd name="T6" fmla="*/ 9 w 87"/>
                <a:gd name="T7" fmla="*/ 4 h 294"/>
                <a:gd name="T8" fmla="*/ 29 w 87"/>
                <a:gd name="T9" fmla="*/ 9 h 294"/>
                <a:gd name="T10" fmla="*/ 87 w 87"/>
                <a:gd name="T11" fmla="*/ 280 h 294"/>
                <a:gd name="T12" fmla="*/ 73 w 87"/>
                <a:gd name="T13" fmla="*/ 294 h 294"/>
                <a:gd name="T14" fmla="*/ 73 w 87"/>
                <a:gd name="T15" fmla="*/ 294 h 2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7" h="294">
                  <a:moveTo>
                    <a:pt x="73" y="294"/>
                  </a:moveTo>
                  <a:cubicBezTo>
                    <a:pt x="65" y="294"/>
                    <a:pt x="59" y="289"/>
                    <a:pt x="59" y="281"/>
                  </a:cubicBezTo>
                  <a:cubicBezTo>
                    <a:pt x="54" y="171"/>
                    <a:pt x="33" y="75"/>
                    <a:pt x="4" y="23"/>
                  </a:cubicBezTo>
                  <a:cubicBezTo>
                    <a:pt x="0" y="16"/>
                    <a:pt x="3" y="8"/>
                    <a:pt x="9" y="4"/>
                  </a:cubicBezTo>
                  <a:cubicBezTo>
                    <a:pt x="16" y="0"/>
                    <a:pt x="25" y="3"/>
                    <a:pt x="29" y="9"/>
                  </a:cubicBezTo>
                  <a:cubicBezTo>
                    <a:pt x="60" y="65"/>
                    <a:pt x="82" y="166"/>
                    <a:pt x="87" y="280"/>
                  </a:cubicBezTo>
                  <a:cubicBezTo>
                    <a:pt x="87" y="288"/>
                    <a:pt x="81" y="294"/>
                    <a:pt x="73" y="294"/>
                  </a:cubicBezTo>
                  <a:cubicBezTo>
                    <a:pt x="73" y="294"/>
                    <a:pt x="73" y="294"/>
                    <a:pt x="73" y="29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40" name="Freeform 187"/>
            <p:cNvSpPr>
              <a:spLocks/>
            </p:cNvSpPr>
            <p:nvPr/>
          </p:nvSpPr>
          <p:spPr bwMode="auto">
            <a:xfrm>
              <a:off x="4165601" y="5224463"/>
              <a:ext cx="92075" cy="317500"/>
            </a:xfrm>
            <a:custGeom>
              <a:avLst/>
              <a:gdLst>
                <a:gd name="T0" fmla="*/ 14 w 87"/>
                <a:gd name="T1" fmla="*/ 300 h 300"/>
                <a:gd name="T2" fmla="*/ 14 w 87"/>
                <a:gd name="T3" fmla="*/ 300 h 300"/>
                <a:gd name="T4" fmla="*/ 0 w 87"/>
                <a:gd name="T5" fmla="*/ 285 h 300"/>
                <a:gd name="T6" fmla="*/ 59 w 87"/>
                <a:gd name="T7" fmla="*/ 9 h 300"/>
                <a:gd name="T8" fmla="*/ 78 w 87"/>
                <a:gd name="T9" fmla="*/ 4 h 300"/>
                <a:gd name="T10" fmla="*/ 83 w 87"/>
                <a:gd name="T11" fmla="*/ 23 h 300"/>
                <a:gd name="T12" fmla="*/ 28 w 87"/>
                <a:gd name="T13" fmla="*/ 287 h 300"/>
                <a:gd name="T14" fmla="*/ 14 w 87"/>
                <a:gd name="T15" fmla="*/ 300 h 3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7" h="300">
                  <a:moveTo>
                    <a:pt x="14" y="300"/>
                  </a:moveTo>
                  <a:cubicBezTo>
                    <a:pt x="14" y="300"/>
                    <a:pt x="14" y="300"/>
                    <a:pt x="14" y="300"/>
                  </a:cubicBezTo>
                  <a:cubicBezTo>
                    <a:pt x="6" y="300"/>
                    <a:pt x="0" y="293"/>
                    <a:pt x="0" y="285"/>
                  </a:cubicBezTo>
                  <a:cubicBezTo>
                    <a:pt x="5" y="169"/>
                    <a:pt x="27" y="65"/>
                    <a:pt x="59" y="9"/>
                  </a:cubicBezTo>
                  <a:cubicBezTo>
                    <a:pt x="62" y="2"/>
                    <a:pt x="71" y="0"/>
                    <a:pt x="78" y="4"/>
                  </a:cubicBezTo>
                  <a:cubicBezTo>
                    <a:pt x="84" y="7"/>
                    <a:pt x="87" y="16"/>
                    <a:pt x="83" y="23"/>
                  </a:cubicBezTo>
                  <a:cubicBezTo>
                    <a:pt x="53" y="75"/>
                    <a:pt x="32" y="174"/>
                    <a:pt x="28" y="287"/>
                  </a:cubicBezTo>
                  <a:cubicBezTo>
                    <a:pt x="28" y="294"/>
                    <a:pt x="22" y="300"/>
                    <a:pt x="14" y="30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41" name="Freeform 188"/>
            <p:cNvSpPr>
              <a:spLocks noEditPoints="1"/>
            </p:cNvSpPr>
            <p:nvPr/>
          </p:nvSpPr>
          <p:spPr bwMode="auto">
            <a:xfrm>
              <a:off x="3900488" y="5183188"/>
              <a:ext cx="787400" cy="406400"/>
            </a:xfrm>
            <a:custGeom>
              <a:avLst/>
              <a:gdLst>
                <a:gd name="T0" fmla="*/ 729 w 743"/>
                <a:gd name="T1" fmla="*/ 385 h 385"/>
                <a:gd name="T2" fmla="*/ 14 w 743"/>
                <a:gd name="T3" fmla="*/ 385 h 385"/>
                <a:gd name="T4" fmla="*/ 0 w 743"/>
                <a:gd name="T5" fmla="*/ 371 h 385"/>
                <a:gd name="T6" fmla="*/ 371 w 743"/>
                <a:gd name="T7" fmla="*/ 0 h 385"/>
                <a:gd name="T8" fmla="*/ 743 w 743"/>
                <a:gd name="T9" fmla="*/ 371 h 385"/>
                <a:gd name="T10" fmla="*/ 729 w 743"/>
                <a:gd name="T11" fmla="*/ 385 h 385"/>
                <a:gd name="T12" fmla="*/ 29 w 743"/>
                <a:gd name="T13" fmla="*/ 357 h 385"/>
                <a:gd name="T14" fmla="*/ 714 w 743"/>
                <a:gd name="T15" fmla="*/ 357 h 385"/>
                <a:gd name="T16" fmla="*/ 371 w 743"/>
                <a:gd name="T17" fmla="*/ 28 h 385"/>
                <a:gd name="T18" fmla="*/ 29 w 743"/>
                <a:gd name="T19" fmla="*/ 357 h 3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43" h="385">
                  <a:moveTo>
                    <a:pt x="729" y="385"/>
                  </a:moveTo>
                  <a:cubicBezTo>
                    <a:pt x="14" y="385"/>
                    <a:pt x="14" y="385"/>
                    <a:pt x="14" y="385"/>
                  </a:cubicBezTo>
                  <a:cubicBezTo>
                    <a:pt x="7" y="385"/>
                    <a:pt x="0" y="379"/>
                    <a:pt x="0" y="371"/>
                  </a:cubicBezTo>
                  <a:cubicBezTo>
                    <a:pt x="0" y="167"/>
                    <a:pt x="167" y="0"/>
                    <a:pt x="371" y="0"/>
                  </a:cubicBezTo>
                  <a:cubicBezTo>
                    <a:pt x="576" y="0"/>
                    <a:pt x="743" y="167"/>
                    <a:pt x="743" y="371"/>
                  </a:cubicBezTo>
                  <a:cubicBezTo>
                    <a:pt x="743" y="379"/>
                    <a:pt x="736" y="385"/>
                    <a:pt x="729" y="385"/>
                  </a:cubicBezTo>
                  <a:close/>
                  <a:moveTo>
                    <a:pt x="29" y="357"/>
                  </a:moveTo>
                  <a:cubicBezTo>
                    <a:pt x="714" y="357"/>
                    <a:pt x="714" y="357"/>
                    <a:pt x="714" y="357"/>
                  </a:cubicBezTo>
                  <a:cubicBezTo>
                    <a:pt x="707" y="175"/>
                    <a:pt x="556" y="28"/>
                    <a:pt x="371" y="28"/>
                  </a:cubicBezTo>
                  <a:cubicBezTo>
                    <a:pt x="187" y="28"/>
                    <a:pt x="36" y="175"/>
                    <a:pt x="29" y="35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42" name="Freeform 189"/>
            <p:cNvSpPr>
              <a:spLocks/>
            </p:cNvSpPr>
            <p:nvPr/>
          </p:nvSpPr>
          <p:spPr bwMode="auto">
            <a:xfrm>
              <a:off x="3898901" y="5557838"/>
              <a:ext cx="415925" cy="269875"/>
            </a:xfrm>
            <a:custGeom>
              <a:avLst/>
              <a:gdLst>
                <a:gd name="T0" fmla="*/ 377 w 393"/>
                <a:gd name="T1" fmla="*/ 254 h 254"/>
                <a:gd name="T2" fmla="*/ 370 w 393"/>
                <a:gd name="T3" fmla="*/ 252 h 254"/>
                <a:gd name="T4" fmla="*/ 9 w 393"/>
                <a:gd name="T5" fmla="*/ 28 h 254"/>
                <a:gd name="T6" fmla="*/ 5 w 393"/>
                <a:gd name="T7" fmla="*/ 9 h 254"/>
                <a:gd name="T8" fmla="*/ 24 w 393"/>
                <a:gd name="T9" fmla="*/ 4 h 254"/>
                <a:gd name="T10" fmla="*/ 385 w 393"/>
                <a:gd name="T11" fmla="*/ 228 h 254"/>
                <a:gd name="T12" fmla="*/ 389 w 393"/>
                <a:gd name="T13" fmla="*/ 248 h 254"/>
                <a:gd name="T14" fmla="*/ 377 w 393"/>
                <a:gd name="T15" fmla="*/ 254 h 2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93" h="254">
                  <a:moveTo>
                    <a:pt x="377" y="254"/>
                  </a:moveTo>
                  <a:cubicBezTo>
                    <a:pt x="375" y="254"/>
                    <a:pt x="372" y="254"/>
                    <a:pt x="370" y="252"/>
                  </a:cubicBezTo>
                  <a:cubicBezTo>
                    <a:pt x="9" y="28"/>
                    <a:pt x="9" y="28"/>
                    <a:pt x="9" y="28"/>
                  </a:cubicBezTo>
                  <a:cubicBezTo>
                    <a:pt x="2" y="24"/>
                    <a:pt x="0" y="16"/>
                    <a:pt x="5" y="9"/>
                  </a:cubicBezTo>
                  <a:cubicBezTo>
                    <a:pt x="9" y="2"/>
                    <a:pt x="17" y="0"/>
                    <a:pt x="24" y="4"/>
                  </a:cubicBezTo>
                  <a:cubicBezTo>
                    <a:pt x="385" y="228"/>
                    <a:pt x="385" y="228"/>
                    <a:pt x="385" y="228"/>
                  </a:cubicBezTo>
                  <a:cubicBezTo>
                    <a:pt x="391" y="232"/>
                    <a:pt x="393" y="241"/>
                    <a:pt x="389" y="248"/>
                  </a:cubicBezTo>
                  <a:cubicBezTo>
                    <a:pt x="386" y="252"/>
                    <a:pt x="382" y="254"/>
                    <a:pt x="377" y="25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43" name="Freeform 190"/>
            <p:cNvSpPr>
              <a:spLocks/>
            </p:cNvSpPr>
            <p:nvPr/>
          </p:nvSpPr>
          <p:spPr bwMode="auto">
            <a:xfrm>
              <a:off x="4279901" y="5557838"/>
              <a:ext cx="409575" cy="269875"/>
            </a:xfrm>
            <a:custGeom>
              <a:avLst/>
              <a:gdLst>
                <a:gd name="T0" fmla="*/ 16 w 386"/>
                <a:gd name="T1" fmla="*/ 254 h 254"/>
                <a:gd name="T2" fmla="*/ 4 w 386"/>
                <a:gd name="T3" fmla="*/ 248 h 254"/>
                <a:gd name="T4" fmla="*/ 9 w 386"/>
                <a:gd name="T5" fmla="*/ 228 h 254"/>
                <a:gd name="T6" fmla="*/ 362 w 386"/>
                <a:gd name="T7" fmla="*/ 5 h 254"/>
                <a:gd name="T8" fmla="*/ 381 w 386"/>
                <a:gd name="T9" fmla="*/ 9 h 254"/>
                <a:gd name="T10" fmla="*/ 377 w 386"/>
                <a:gd name="T11" fmla="*/ 28 h 254"/>
                <a:gd name="T12" fmla="*/ 24 w 386"/>
                <a:gd name="T13" fmla="*/ 252 h 254"/>
                <a:gd name="T14" fmla="*/ 16 w 386"/>
                <a:gd name="T15" fmla="*/ 254 h 2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86" h="254">
                  <a:moveTo>
                    <a:pt x="16" y="254"/>
                  </a:moveTo>
                  <a:cubicBezTo>
                    <a:pt x="12" y="254"/>
                    <a:pt x="7" y="252"/>
                    <a:pt x="4" y="248"/>
                  </a:cubicBezTo>
                  <a:cubicBezTo>
                    <a:pt x="0" y="241"/>
                    <a:pt x="2" y="233"/>
                    <a:pt x="9" y="228"/>
                  </a:cubicBezTo>
                  <a:cubicBezTo>
                    <a:pt x="362" y="5"/>
                    <a:pt x="362" y="5"/>
                    <a:pt x="362" y="5"/>
                  </a:cubicBezTo>
                  <a:cubicBezTo>
                    <a:pt x="369" y="0"/>
                    <a:pt x="377" y="2"/>
                    <a:pt x="381" y="9"/>
                  </a:cubicBezTo>
                  <a:cubicBezTo>
                    <a:pt x="386" y="15"/>
                    <a:pt x="384" y="24"/>
                    <a:pt x="377" y="28"/>
                  </a:cubicBezTo>
                  <a:cubicBezTo>
                    <a:pt x="24" y="252"/>
                    <a:pt x="24" y="252"/>
                    <a:pt x="24" y="252"/>
                  </a:cubicBezTo>
                  <a:cubicBezTo>
                    <a:pt x="21" y="254"/>
                    <a:pt x="19" y="254"/>
                    <a:pt x="16" y="25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44" name="Freeform 191"/>
            <p:cNvSpPr>
              <a:spLocks/>
            </p:cNvSpPr>
            <p:nvPr/>
          </p:nvSpPr>
          <p:spPr bwMode="auto">
            <a:xfrm>
              <a:off x="4279901" y="5557838"/>
              <a:ext cx="152400" cy="269875"/>
            </a:xfrm>
            <a:custGeom>
              <a:avLst/>
              <a:gdLst>
                <a:gd name="T0" fmla="*/ 16 w 144"/>
                <a:gd name="T1" fmla="*/ 254 h 254"/>
                <a:gd name="T2" fmla="*/ 10 w 144"/>
                <a:gd name="T3" fmla="*/ 253 h 254"/>
                <a:gd name="T4" fmla="*/ 4 w 144"/>
                <a:gd name="T5" fmla="*/ 234 h 254"/>
                <a:gd name="T6" fmla="*/ 116 w 144"/>
                <a:gd name="T7" fmla="*/ 10 h 254"/>
                <a:gd name="T8" fmla="*/ 135 w 144"/>
                <a:gd name="T9" fmla="*/ 4 h 254"/>
                <a:gd name="T10" fmla="*/ 141 w 144"/>
                <a:gd name="T11" fmla="*/ 23 h 254"/>
                <a:gd name="T12" fmla="*/ 29 w 144"/>
                <a:gd name="T13" fmla="*/ 247 h 254"/>
                <a:gd name="T14" fmla="*/ 16 w 144"/>
                <a:gd name="T15" fmla="*/ 254 h 2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44" h="254">
                  <a:moveTo>
                    <a:pt x="16" y="254"/>
                  </a:moveTo>
                  <a:cubicBezTo>
                    <a:pt x="14" y="254"/>
                    <a:pt x="12" y="254"/>
                    <a:pt x="10" y="253"/>
                  </a:cubicBezTo>
                  <a:cubicBezTo>
                    <a:pt x="3" y="249"/>
                    <a:pt x="0" y="241"/>
                    <a:pt x="4" y="234"/>
                  </a:cubicBezTo>
                  <a:cubicBezTo>
                    <a:pt x="116" y="10"/>
                    <a:pt x="116" y="10"/>
                    <a:pt x="116" y="10"/>
                  </a:cubicBezTo>
                  <a:cubicBezTo>
                    <a:pt x="119" y="3"/>
                    <a:pt x="128" y="0"/>
                    <a:pt x="135" y="4"/>
                  </a:cubicBezTo>
                  <a:cubicBezTo>
                    <a:pt x="142" y="7"/>
                    <a:pt x="144" y="16"/>
                    <a:pt x="141" y="23"/>
                  </a:cubicBezTo>
                  <a:cubicBezTo>
                    <a:pt x="29" y="247"/>
                    <a:pt x="29" y="247"/>
                    <a:pt x="29" y="247"/>
                  </a:cubicBezTo>
                  <a:cubicBezTo>
                    <a:pt x="26" y="251"/>
                    <a:pt x="21" y="254"/>
                    <a:pt x="16" y="25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45" name="Freeform 192"/>
            <p:cNvSpPr>
              <a:spLocks/>
            </p:cNvSpPr>
            <p:nvPr/>
          </p:nvSpPr>
          <p:spPr bwMode="auto">
            <a:xfrm>
              <a:off x="4162426" y="5557838"/>
              <a:ext cx="152400" cy="269875"/>
            </a:xfrm>
            <a:custGeom>
              <a:avLst/>
              <a:gdLst>
                <a:gd name="T0" fmla="*/ 128 w 144"/>
                <a:gd name="T1" fmla="*/ 254 h 254"/>
                <a:gd name="T2" fmla="*/ 116 w 144"/>
                <a:gd name="T3" fmla="*/ 247 h 254"/>
                <a:gd name="T4" fmla="*/ 3 w 144"/>
                <a:gd name="T5" fmla="*/ 23 h 254"/>
                <a:gd name="T6" fmla="*/ 10 w 144"/>
                <a:gd name="T7" fmla="*/ 4 h 254"/>
                <a:gd name="T8" fmla="*/ 28 w 144"/>
                <a:gd name="T9" fmla="*/ 10 h 254"/>
                <a:gd name="T10" fmla="*/ 141 w 144"/>
                <a:gd name="T11" fmla="*/ 234 h 254"/>
                <a:gd name="T12" fmla="*/ 134 w 144"/>
                <a:gd name="T13" fmla="*/ 253 h 254"/>
                <a:gd name="T14" fmla="*/ 128 w 144"/>
                <a:gd name="T15" fmla="*/ 254 h 2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44" h="254">
                  <a:moveTo>
                    <a:pt x="128" y="254"/>
                  </a:moveTo>
                  <a:cubicBezTo>
                    <a:pt x="123" y="254"/>
                    <a:pt x="118" y="251"/>
                    <a:pt x="116" y="247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0" y="16"/>
                    <a:pt x="3" y="7"/>
                    <a:pt x="10" y="4"/>
                  </a:cubicBezTo>
                  <a:cubicBezTo>
                    <a:pt x="17" y="0"/>
                    <a:pt x="25" y="3"/>
                    <a:pt x="28" y="10"/>
                  </a:cubicBezTo>
                  <a:cubicBezTo>
                    <a:pt x="141" y="234"/>
                    <a:pt x="141" y="234"/>
                    <a:pt x="141" y="234"/>
                  </a:cubicBezTo>
                  <a:cubicBezTo>
                    <a:pt x="144" y="241"/>
                    <a:pt x="141" y="249"/>
                    <a:pt x="134" y="253"/>
                  </a:cubicBezTo>
                  <a:cubicBezTo>
                    <a:pt x="132" y="254"/>
                    <a:pt x="130" y="254"/>
                    <a:pt x="128" y="25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46" name="Freeform 198"/>
            <p:cNvSpPr>
              <a:spLocks noEditPoints="1"/>
            </p:cNvSpPr>
            <p:nvPr/>
          </p:nvSpPr>
          <p:spPr bwMode="auto">
            <a:xfrm>
              <a:off x="4321176" y="5969001"/>
              <a:ext cx="155575" cy="93663"/>
            </a:xfrm>
            <a:custGeom>
              <a:avLst/>
              <a:gdLst>
                <a:gd name="T0" fmla="*/ 0 w 146"/>
                <a:gd name="T1" fmla="*/ 88 h 88"/>
                <a:gd name="T2" fmla="*/ 146 w 146"/>
                <a:gd name="T3" fmla="*/ 88 h 88"/>
                <a:gd name="T4" fmla="*/ 146 w 146"/>
                <a:gd name="T5" fmla="*/ 0 h 88"/>
                <a:gd name="T6" fmla="*/ 0 w 146"/>
                <a:gd name="T7" fmla="*/ 0 h 88"/>
                <a:gd name="T8" fmla="*/ 0 w 146"/>
                <a:gd name="T9" fmla="*/ 88 h 88"/>
                <a:gd name="T10" fmla="*/ 121 w 146"/>
                <a:gd name="T11" fmla="*/ 61 h 88"/>
                <a:gd name="T12" fmla="*/ 24 w 146"/>
                <a:gd name="T13" fmla="*/ 61 h 88"/>
                <a:gd name="T14" fmla="*/ 20 w 146"/>
                <a:gd name="T15" fmla="*/ 57 h 88"/>
                <a:gd name="T16" fmla="*/ 24 w 146"/>
                <a:gd name="T17" fmla="*/ 52 h 88"/>
                <a:gd name="T18" fmla="*/ 121 w 146"/>
                <a:gd name="T19" fmla="*/ 52 h 88"/>
                <a:gd name="T20" fmla="*/ 125 w 146"/>
                <a:gd name="T21" fmla="*/ 57 h 88"/>
                <a:gd name="T22" fmla="*/ 121 w 146"/>
                <a:gd name="T23" fmla="*/ 61 h 88"/>
                <a:gd name="T24" fmla="*/ 121 w 146"/>
                <a:gd name="T25" fmla="*/ 35 h 88"/>
                <a:gd name="T26" fmla="*/ 24 w 146"/>
                <a:gd name="T27" fmla="*/ 35 h 88"/>
                <a:gd name="T28" fmla="*/ 20 w 146"/>
                <a:gd name="T29" fmla="*/ 31 h 88"/>
                <a:gd name="T30" fmla="*/ 24 w 146"/>
                <a:gd name="T31" fmla="*/ 26 h 88"/>
                <a:gd name="T32" fmla="*/ 121 w 146"/>
                <a:gd name="T33" fmla="*/ 26 h 88"/>
                <a:gd name="T34" fmla="*/ 125 w 146"/>
                <a:gd name="T35" fmla="*/ 31 h 88"/>
                <a:gd name="T36" fmla="*/ 121 w 146"/>
                <a:gd name="T37" fmla="*/ 35 h 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46" h="88">
                  <a:moveTo>
                    <a:pt x="0" y="88"/>
                  </a:moveTo>
                  <a:cubicBezTo>
                    <a:pt x="146" y="88"/>
                    <a:pt x="146" y="88"/>
                    <a:pt x="146" y="88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0" y="88"/>
                  </a:lnTo>
                  <a:close/>
                  <a:moveTo>
                    <a:pt x="121" y="61"/>
                  </a:moveTo>
                  <a:cubicBezTo>
                    <a:pt x="24" y="61"/>
                    <a:pt x="24" y="61"/>
                    <a:pt x="24" y="61"/>
                  </a:cubicBezTo>
                  <a:cubicBezTo>
                    <a:pt x="22" y="61"/>
                    <a:pt x="20" y="59"/>
                    <a:pt x="20" y="57"/>
                  </a:cubicBezTo>
                  <a:cubicBezTo>
                    <a:pt x="20" y="54"/>
                    <a:pt x="22" y="52"/>
                    <a:pt x="24" y="52"/>
                  </a:cubicBezTo>
                  <a:cubicBezTo>
                    <a:pt x="121" y="52"/>
                    <a:pt x="121" y="52"/>
                    <a:pt x="121" y="52"/>
                  </a:cubicBezTo>
                  <a:cubicBezTo>
                    <a:pt x="123" y="52"/>
                    <a:pt x="125" y="54"/>
                    <a:pt x="125" y="57"/>
                  </a:cubicBezTo>
                  <a:cubicBezTo>
                    <a:pt x="125" y="59"/>
                    <a:pt x="123" y="61"/>
                    <a:pt x="121" y="61"/>
                  </a:cubicBezTo>
                  <a:moveTo>
                    <a:pt x="121" y="35"/>
                  </a:moveTo>
                  <a:cubicBezTo>
                    <a:pt x="24" y="35"/>
                    <a:pt x="24" y="35"/>
                    <a:pt x="24" y="35"/>
                  </a:cubicBezTo>
                  <a:cubicBezTo>
                    <a:pt x="22" y="35"/>
                    <a:pt x="20" y="33"/>
                    <a:pt x="20" y="31"/>
                  </a:cubicBezTo>
                  <a:cubicBezTo>
                    <a:pt x="20" y="28"/>
                    <a:pt x="22" y="26"/>
                    <a:pt x="24" y="26"/>
                  </a:cubicBezTo>
                  <a:cubicBezTo>
                    <a:pt x="121" y="26"/>
                    <a:pt x="121" y="26"/>
                    <a:pt x="121" y="26"/>
                  </a:cubicBezTo>
                  <a:cubicBezTo>
                    <a:pt x="123" y="26"/>
                    <a:pt x="125" y="28"/>
                    <a:pt x="125" y="31"/>
                  </a:cubicBezTo>
                  <a:cubicBezTo>
                    <a:pt x="125" y="33"/>
                    <a:pt x="123" y="35"/>
                    <a:pt x="121" y="35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47" name="Freeform 199"/>
            <p:cNvSpPr>
              <a:spLocks noEditPoints="1"/>
            </p:cNvSpPr>
            <p:nvPr/>
          </p:nvSpPr>
          <p:spPr bwMode="auto">
            <a:xfrm>
              <a:off x="4062413" y="5797551"/>
              <a:ext cx="469900" cy="320675"/>
            </a:xfrm>
            <a:custGeom>
              <a:avLst/>
              <a:gdLst>
                <a:gd name="T0" fmla="*/ 430 w 444"/>
                <a:gd name="T1" fmla="*/ 303 h 303"/>
                <a:gd name="T2" fmla="*/ 14 w 444"/>
                <a:gd name="T3" fmla="*/ 303 h 303"/>
                <a:gd name="T4" fmla="*/ 0 w 444"/>
                <a:gd name="T5" fmla="*/ 289 h 303"/>
                <a:gd name="T6" fmla="*/ 0 w 444"/>
                <a:gd name="T7" fmla="*/ 14 h 303"/>
                <a:gd name="T8" fmla="*/ 14 w 444"/>
                <a:gd name="T9" fmla="*/ 0 h 303"/>
                <a:gd name="T10" fmla="*/ 430 w 444"/>
                <a:gd name="T11" fmla="*/ 0 h 303"/>
                <a:gd name="T12" fmla="*/ 444 w 444"/>
                <a:gd name="T13" fmla="*/ 14 h 303"/>
                <a:gd name="T14" fmla="*/ 444 w 444"/>
                <a:gd name="T15" fmla="*/ 289 h 303"/>
                <a:gd name="T16" fmla="*/ 430 w 444"/>
                <a:gd name="T17" fmla="*/ 303 h 303"/>
                <a:gd name="T18" fmla="*/ 28 w 444"/>
                <a:gd name="T19" fmla="*/ 275 h 303"/>
                <a:gd name="T20" fmla="*/ 416 w 444"/>
                <a:gd name="T21" fmla="*/ 275 h 303"/>
                <a:gd name="T22" fmla="*/ 416 w 444"/>
                <a:gd name="T23" fmla="*/ 28 h 303"/>
                <a:gd name="T24" fmla="*/ 28 w 444"/>
                <a:gd name="T25" fmla="*/ 28 h 303"/>
                <a:gd name="T26" fmla="*/ 28 w 444"/>
                <a:gd name="T27" fmla="*/ 275 h 3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444" h="303">
                  <a:moveTo>
                    <a:pt x="430" y="303"/>
                  </a:moveTo>
                  <a:cubicBezTo>
                    <a:pt x="14" y="303"/>
                    <a:pt x="14" y="303"/>
                    <a:pt x="14" y="303"/>
                  </a:cubicBezTo>
                  <a:cubicBezTo>
                    <a:pt x="6" y="303"/>
                    <a:pt x="0" y="297"/>
                    <a:pt x="0" y="289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7"/>
                    <a:pt x="6" y="0"/>
                    <a:pt x="14" y="0"/>
                  </a:cubicBezTo>
                  <a:cubicBezTo>
                    <a:pt x="430" y="0"/>
                    <a:pt x="430" y="0"/>
                    <a:pt x="430" y="0"/>
                  </a:cubicBezTo>
                  <a:cubicBezTo>
                    <a:pt x="438" y="0"/>
                    <a:pt x="444" y="7"/>
                    <a:pt x="444" y="14"/>
                  </a:cubicBezTo>
                  <a:cubicBezTo>
                    <a:pt x="444" y="289"/>
                    <a:pt x="444" y="289"/>
                    <a:pt x="444" y="289"/>
                  </a:cubicBezTo>
                  <a:cubicBezTo>
                    <a:pt x="444" y="297"/>
                    <a:pt x="438" y="303"/>
                    <a:pt x="430" y="303"/>
                  </a:cubicBezTo>
                  <a:close/>
                  <a:moveTo>
                    <a:pt x="28" y="275"/>
                  </a:moveTo>
                  <a:cubicBezTo>
                    <a:pt x="416" y="275"/>
                    <a:pt x="416" y="275"/>
                    <a:pt x="416" y="275"/>
                  </a:cubicBezTo>
                  <a:cubicBezTo>
                    <a:pt x="416" y="28"/>
                    <a:pt x="416" y="28"/>
                    <a:pt x="416" y="28"/>
                  </a:cubicBezTo>
                  <a:cubicBezTo>
                    <a:pt x="28" y="28"/>
                    <a:pt x="28" y="28"/>
                    <a:pt x="28" y="28"/>
                  </a:cubicBezTo>
                  <a:lnTo>
                    <a:pt x="28" y="2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</p:grpSp>
      <p:sp>
        <p:nvSpPr>
          <p:cNvPr id="154" name="TextBox 153">
            <a:extLst>
              <a:ext uri="{FF2B5EF4-FFF2-40B4-BE49-F238E27FC236}">
                <a16:creationId xmlns:a16="http://schemas.microsoft.com/office/drawing/2014/main" id="{07A7DF78-F47C-4C6D-9C6F-356C367F0314}"/>
              </a:ext>
            </a:extLst>
          </p:cNvPr>
          <p:cNvSpPr txBox="1"/>
          <p:nvPr/>
        </p:nvSpPr>
        <p:spPr>
          <a:xfrm>
            <a:off x="9367916" y="3964884"/>
            <a:ext cx="132696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ko-KR" altLang="en-US" sz="2000" dirty="0">
                <a:solidFill>
                  <a:srgbClr val="C00000"/>
                </a:solidFill>
                <a:latin typeface="페이퍼로지 7 Bold" pitchFamily="2" charset="-127"/>
                <a:ea typeface="페이퍼로지 7 Bold" pitchFamily="2" charset="-127"/>
                <a:cs typeface="Calibri" panose="020F0502020204030204" pitchFamily="34" charset="0"/>
              </a:rPr>
              <a:t>한국 원료</a:t>
            </a:r>
            <a:endParaRPr kumimoji="1" lang="en-US" altLang="ko-KR" sz="2000" dirty="0">
              <a:solidFill>
                <a:srgbClr val="C00000"/>
              </a:solidFill>
              <a:latin typeface="페이퍼로지 7 Bold" pitchFamily="2" charset="-127"/>
              <a:ea typeface="페이퍼로지 7 Bold" pitchFamily="2" charset="-127"/>
              <a:cs typeface="Calibri" panose="020F0502020204030204" pitchFamily="34" charset="0"/>
            </a:endParaRPr>
          </a:p>
          <a:p>
            <a:pPr algn="ctr"/>
            <a:r>
              <a:rPr kumimoji="1" lang="ko-KR" altLang="en-US" sz="2000" dirty="0">
                <a:solidFill>
                  <a:srgbClr val="C00000"/>
                </a:solidFill>
                <a:latin typeface="페이퍼로지 7 Bold" pitchFamily="2" charset="-127"/>
                <a:ea typeface="페이퍼로지 7 Bold" pitchFamily="2" charset="-127"/>
                <a:cs typeface="Calibri" panose="020F0502020204030204" pitchFamily="34" charset="0"/>
              </a:rPr>
              <a:t>수입 생산</a:t>
            </a:r>
            <a:endParaRPr kumimoji="1" lang="en-US" altLang="ko-KR" sz="2000" dirty="0">
              <a:solidFill>
                <a:srgbClr val="C00000"/>
              </a:solidFill>
              <a:latin typeface="페이퍼로지 7 Bold" pitchFamily="2" charset="-127"/>
              <a:ea typeface="페이퍼로지 7 Bold" pitchFamily="2" charset="-127"/>
              <a:cs typeface="Calibri" panose="020F0502020204030204" pitchFamily="34" charset="0"/>
            </a:endParaRPr>
          </a:p>
        </p:txBody>
      </p:sp>
      <p:sp>
        <p:nvSpPr>
          <p:cNvPr id="155" name="TextBox 154">
            <a:extLst>
              <a:ext uri="{FF2B5EF4-FFF2-40B4-BE49-F238E27FC236}">
                <a16:creationId xmlns:a16="http://schemas.microsoft.com/office/drawing/2014/main" id="{07A7DF78-F47C-4C6D-9C6F-356C367F0314}"/>
              </a:ext>
            </a:extLst>
          </p:cNvPr>
          <p:cNvSpPr txBox="1"/>
          <p:nvPr/>
        </p:nvSpPr>
        <p:spPr>
          <a:xfrm>
            <a:off x="3820575" y="3964884"/>
            <a:ext cx="186995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ko-KR" altLang="en-US" sz="2000" dirty="0">
                <a:solidFill>
                  <a:srgbClr val="C00000"/>
                </a:solidFill>
                <a:latin typeface="페이퍼로지 7 Bold" pitchFamily="2" charset="-127"/>
                <a:ea typeface="페이퍼로지 7 Bold" pitchFamily="2" charset="-127"/>
                <a:cs typeface="Calibri" panose="020F0502020204030204" pitchFamily="34" charset="0"/>
              </a:rPr>
              <a:t>친환경 </a:t>
            </a:r>
            <a:r>
              <a:rPr kumimoji="1" lang="ko-KR" altLang="en-US" sz="2000" dirty="0" err="1">
                <a:solidFill>
                  <a:srgbClr val="C00000"/>
                </a:solidFill>
                <a:latin typeface="페이퍼로지 7 Bold" pitchFamily="2" charset="-127"/>
                <a:ea typeface="페이퍼로지 7 Bold" pitchFamily="2" charset="-127"/>
                <a:cs typeface="Calibri" panose="020F0502020204030204" pitchFamily="34" charset="0"/>
              </a:rPr>
              <a:t>무독성</a:t>
            </a:r>
            <a:endParaRPr kumimoji="1" lang="en-US" altLang="ko-KR" sz="2000" dirty="0">
              <a:solidFill>
                <a:srgbClr val="C00000"/>
              </a:solidFill>
              <a:latin typeface="페이퍼로지 7 Bold" pitchFamily="2" charset="-127"/>
              <a:ea typeface="페이퍼로지 7 Bold" pitchFamily="2" charset="-127"/>
              <a:cs typeface="Calibri" panose="020F0502020204030204" pitchFamily="34" charset="0"/>
            </a:endParaRPr>
          </a:p>
          <a:p>
            <a:pPr algn="ctr"/>
            <a:r>
              <a:rPr kumimoji="1" lang="ko-KR" altLang="en-US" sz="2000" dirty="0">
                <a:solidFill>
                  <a:srgbClr val="C00000"/>
                </a:solidFill>
                <a:latin typeface="페이퍼로지 7 Bold" pitchFamily="2" charset="-127"/>
                <a:ea typeface="페이퍼로지 7 Bold" pitchFamily="2" charset="-127"/>
                <a:cs typeface="Calibri" panose="020F0502020204030204" pitchFamily="34" charset="0"/>
              </a:rPr>
              <a:t>방수제품 소재</a:t>
            </a:r>
            <a:endParaRPr kumimoji="1" lang="en-US" altLang="ko-KR" sz="2000" dirty="0">
              <a:solidFill>
                <a:srgbClr val="C00000"/>
              </a:solidFill>
              <a:latin typeface="페이퍼로지 7 Bold" pitchFamily="2" charset="-127"/>
              <a:ea typeface="페이퍼로지 7 Bold" pitchFamily="2" charset="-127"/>
              <a:cs typeface="Calibri" panose="020F0502020204030204" pitchFamily="34" charset="0"/>
            </a:endParaRPr>
          </a:p>
        </p:txBody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id="{07A7DF78-F47C-4C6D-9C6F-356C367F0314}"/>
              </a:ext>
            </a:extLst>
          </p:cNvPr>
          <p:cNvSpPr txBox="1"/>
          <p:nvPr/>
        </p:nvSpPr>
        <p:spPr>
          <a:xfrm>
            <a:off x="1084932" y="3964884"/>
            <a:ext cx="212407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ko-KR" altLang="en-US" sz="2000" dirty="0">
                <a:solidFill>
                  <a:srgbClr val="C00000"/>
                </a:solidFill>
                <a:latin typeface="페이퍼로지 7 Bold" pitchFamily="2" charset="-127"/>
                <a:ea typeface="페이퍼로지 7 Bold" pitchFamily="2" charset="-127"/>
                <a:cs typeface="Calibri" panose="020F0502020204030204" pitchFamily="34" charset="0"/>
              </a:rPr>
              <a:t>상도 후속 도장 및 </a:t>
            </a:r>
            <a:endParaRPr kumimoji="1" lang="en-US" altLang="ko-KR" sz="2000" dirty="0">
              <a:solidFill>
                <a:srgbClr val="C00000"/>
              </a:solidFill>
              <a:latin typeface="페이퍼로지 7 Bold" pitchFamily="2" charset="-127"/>
              <a:ea typeface="페이퍼로지 7 Bold" pitchFamily="2" charset="-127"/>
              <a:cs typeface="Calibri" panose="020F0502020204030204" pitchFamily="34" charset="0"/>
            </a:endParaRPr>
          </a:p>
          <a:p>
            <a:pPr algn="ctr"/>
            <a:r>
              <a:rPr kumimoji="1" lang="ko-KR" altLang="en-US" sz="2000" dirty="0" err="1">
                <a:solidFill>
                  <a:srgbClr val="C00000"/>
                </a:solidFill>
                <a:latin typeface="페이퍼로지 7 Bold" pitchFamily="2" charset="-127"/>
                <a:ea typeface="페이퍼로지 7 Bold" pitchFamily="2" charset="-127"/>
                <a:cs typeface="Calibri" panose="020F0502020204030204" pitchFamily="34" charset="0"/>
              </a:rPr>
              <a:t>구도막</a:t>
            </a:r>
            <a:r>
              <a:rPr kumimoji="1" lang="ko-KR" altLang="en-US" sz="2000" dirty="0">
                <a:solidFill>
                  <a:srgbClr val="C00000"/>
                </a:solidFill>
                <a:latin typeface="페이퍼로지 7 Bold" pitchFamily="2" charset="-127"/>
                <a:ea typeface="페이퍼로지 7 Bold" pitchFamily="2" charset="-127"/>
                <a:cs typeface="Calibri" panose="020F0502020204030204" pitchFamily="34" charset="0"/>
              </a:rPr>
              <a:t> 사용가능</a:t>
            </a:r>
            <a:endParaRPr kumimoji="1" lang="en-US" altLang="ko-KR" sz="2000" dirty="0">
              <a:solidFill>
                <a:srgbClr val="C00000"/>
              </a:solidFill>
              <a:latin typeface="페이퍼로지 7 Bold" pitchFamily="2" charset="-127"/>
              <a:ea typeface="페이퍼로지 7 Bold" pitchFamily="2" charset="-127"/>
              <a:cs typeface="Calibri" panose="020F0502020204030204" pitchFamily="34" charset="0"/>
            </a:endParaRPr>
          </a:p>
        </p:txBody>
      </p:sp>
      <p:sp>
        <p:nvSpPr>
          <p:cNvPr id="160" name="TextBox 159">
            <a:extLst>
              <a:ext uri="{FF2B5EF4-FFF2-40B4-BE49-F238E27FC236}">
                <a16:creationId xmlns:a16="http://schemas.microsoft.com/office/drawing/2014/main" id="{07A7DF78-F47C-4C6D-9C6F-356C367F0314}"/>
              </a:ext>
            </a:extLst>
          </p:cNvPr>
          <p:cNvSpPr txBox="1"/>
          <p:nvPr/>
        </p:nvSpPr>
        <p:spPr>
          <a:xfrm>
            <a:off x="1162050" y="4808620"/>
            <a:ext cx="203195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  <a:cs typeface="Calibri" panose="020F0502020204030204" pitchFamily="34" charset="0"/>
              </a:rPr>
              <a:t>일반 </a:t>
            </a:r>
            <a:r>
              <a:rPr kumimoji="1" lang="ko-KR" altLang="en-US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  <a:cs typeface="Calibri" panose="020F0502020204030204" pitchFamily="34" charset="0"/>
              </a:rPr>
              <a:t>발수재와</a:t>
            </a:r>
            <a:endParaRPr kumimoji="1" lang="en-US" altLang="ko-KR" sz="1400" dirty="0">
              <a:solidFill>
                <a:schemeClr val="tx1">
                  <a:lumMod val="75000"/>
                  <a:lumOff val="25000"/>
                </a:schemeClr>
              </a:solidFill>
              <a:latin typeface="페이퍼로지 4 Regular" pitchFamily="2" charset="-127"/>
              <a:ea typeface="페이퍼로지 4 Regular" pitchFamily="2" charset="-127"/>
              <a:cs typeface="Calibri" panose="020F0502020204030204" pitchFamily="34" charset="0"/>
            </a:endParaRPr>
          </a:p>
          <a:p>
            <a:pPr algn="ctr"/>
            <a:r>
              <a:rPr kumimoji="1"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  <a:cs typeface="Calibri" panose="020F0502020204030204" pitchFamily="34" charset="0"/>
              </a:rPr>
              <a:t>달리 시공 후 수성페인트로</a:t>
            </a:r>
          </a:p>
          <a:p>
            <a:pPr algn="ctr"/>
            <a:r>
              <a:rPr kumimoji="1"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  <a:cs typeface="Calibri" panose="020F0502020204030204" pitchFamily="34" charset="0"/>
              </a:rPr>
              <a:t>후속 도장이 가능합니다</a:t>
            </a:r>
            <a:r>
              <a:rPr kumimoji="1"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  <a:cs typeface="Calibri" panose="020F0502020204030204" pitchFamily="34" charset="0"/>
              </a:rPr>
              <a:t>.</a:t>
            </a:r>
          </a:p>
        </p:txBody>
      </p:sp>
      <p:sp>
        <p:nvSpPr>
          <p:cNvPr id="161" name="TextBox 160">
            <a:extLst>
              <a:ext uri="{FF2B5EF4-FFF2-40B4-BE49-F238E27FC236}">
                <a16:creationId xmlns:a16="http://schemas.microsoft.com/office/drawing/2014/main" id="{07A7DF78-F47C-4C6D-9C6F-356C367F0314}"/>
              </a:ext>
            </a:extLst>
          </p:cNvPr>
          <p:cNvSpPr txBox="1"/>
          <p:nvPr/>
        </p:nvSpPr>
        <p:spPr>
          <a:xfrm>
            <a:off x="3184482" y="4808620"/>
            <a:ext cx="3142144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  <a:cs typeface="Calibri" panose="020F0502020204030204" pitchFamily="34" charset="0"/>
              </a:rPr>
              <a:t>K-1</a:t>
            </a:r>
            <a:r>
              <a:rPr kumimoji="1"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  <a:cs typeface="Calibri" panose="020F0502020204030204" pitchFamily="34" charset="0"/>
              </a:rPr>
              <a:t>제품은 친환경 소재로</a:t>
            </a:r>
            <a:endParaRPr kumimoji="1" lang="en-US" altLang="ko-KR" sz="1400" dirty="0">
              <a:solidFill>
                <a:schemeClr val="tx1">
                  <a:lumMod val="75000"/>
                  <a:lumOff val="25000"/>
                </a:schemeClr>
              </a:solidFill>
              <a:latin typeface="페이퍼로지 4 Regular" pitchFamily="2" charset="-127"/>
              <a:ea typeface="페이퍼로지 4 Regular" pitchFamily="2" charset="-127"/>
              <a:cs typeface="Calibri" panose="020F0502020204030204" pitchFamily="34" charset="0"/>
            </a:endParaRPr>
          </a:p>
          <a:p>
            <a:pPr algn="ctr"/>
            <a:r>
              <a:rPr kumimoji="1"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  <a:cs typeface="Calibri" panose="020F0502020204030204" pitchFamily="34" charset="0"/>
              </a:rPr>
              <a:t>생산하고 있습니다</a:t>
            </a:r>
            <a:r>
              <a:rPr kumimoji="1"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  <a:cs typeface="Calibri" panose="020F0502020204030204" pitchFamily="34" charset="0"/>
              </a:rPr>
              <a:t>.</a:t>
            </a:r>
          </a:p>
          <a:p>
            <a:pPr algn="ctr"/>
            <a:r>
              <a:rPr kumimoji="1"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  <a:cs typeface="Calibri" panose="020F0502020204030204" pitchFamily="34" charset="0"/>
              </a:rPr>
              <a:t>인체에 해롭지 않는 원료를</a:t>
            </a:r>
            <a:endParaRPr kumimoji="1" lang="en-US" altLang="ko-KR" sz="1400" dirty="0">
              <a:solidFill>
                <a:schemeClr val="tx1">
                  <a:lumMod val="75000"/>
                  <a:lumOff val="25000"/>
                </a:schemeClr>
              </a:solidFill>
              <a:latin typeface="페이퍼로지 4 Regular" pitchFamily="2" charset="-127"/>
              <a:ea typeface="페이퍼로지 4 Regular" pitchFamily="2" charset="-127"/>
              <a:cs typeface="Calibri" panose="020F0502020204030204" pitchFamily="34" charset="0"/>
            </a:endParaRPr>
          </a:p>
          <a:p>
            <a:pPr algn="ctr"/>
            <a:r>
              <a:rPr kumimoji="1"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  <a:cs typeface="Calibri" panose="020F0502020204030204" pitchFamily="34" charset="0"/>
              </a:rPr>
              <a:t>사용하여 냄새가 없고 독성이 없어</a:t>
            </a:r>
            <a:endParaRPr kumimoji="1" lang="en-US" altLang="ko-KR" sz="1400" dirty="0">
              <a:solidFill>
                <a:schemeClr val="tx1">
                  <a:lumMod val="75000"/>
                  <a:lumOff val="25000"/>
                </a:schemeClr>
              </a:solidFill>
              <a:latin typeface="페이퍼로지 4 Regular" pitchFamily="2" charset="-127"/>
              <a:ea typeface="페이퍼로지 4 Regular" pitchFamily="2" charset="-127"/>
              <a:cs typeface="Calibri" panose="020F0502020204030204" pitchFamily="34" charset="0"/>
            </a:endParaRPr>
          </a:p>
          <a:p>
            <a:pPr algn="ctr"/>
            <a:r>
              <a:rPr kumimoji="1"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  <a:cs typeface="Calibri" panose="020F0502020204030204" pitchFamily="34" charset="0"/>
              </a:rPr>
              <a:t>안심하고</a:t>
            </a:r>
            <a:r>
              <a:rPr kumimoji="1"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  <a:cs typeface="Calibri" panose="020F0502020204030204" pitchFamily="34" charset="0"/>
              </a:rPr>
              <a:t> </a:t>
            </a:r>
            <a:r>
              <a:rPr kumimoji="1"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  <a:cs typeface="Calibri" panose="020F0502020204030204" pitchFamily="34" charset="0"/>
              </a:rPr>
              <a:t>사용 할 수 있습니다</a:t>
            </a:r>
            <a:r>
              <a:rPr kumimoji="1"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  <a:cs typeface="Calibri" panose="020F0502020204030204" pitchFamily="34" charset="0"/>
              </a:rPr>
              <a:t>.</a:t>
            </a:r>
          </a:p>
        </p:txBody>
      </p:sp>
      <p:sp>
        <p:nvSpPr>
          <p:cNvPr id="162" name="TextBox 161">
            <a:extLst>
              <a:ext uri="{FF2B5EF4-FFF2-40B4-BE49-F238E27FC236}">
                <a16:creationId xmlns:a16="http://schemas.microsoft.com/office/drawing/2014/main" id="{07A7DF78-F47C-4C6D-9C6F-356C367F0314}"/>
              </a:ext>
            </a:extLst>
          </p:cNvPr>
          <p:cNvSpPr txBox="1"/>
          <p:nvPr/>
        </p:nvSpPr>
        <p:spPr>
          <a:xfrm>
            <a:off x="6051426" y="4808620"/>
            <a:ext cx="269252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  <a:cs typeface="Calibri" panose="020F0502020204030204" pitchFamily="34" charset="0"/>
              </a:rPr>
              <a:t>Self </a:t>
            </a:r>
            <a:r>
              <a:rPr kumimoji="1"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  <a:cs typeface="Calibri" panose="020F0502020204030204" pitchFamily="34" charset="0"/>
              </a:rPr>
              <a:t>방수 시공이 편리하도록</a:t>
            </a:r>
            <a:endParaRPr kumimoji="1" lang="en-US" altLang="ko-KR" sz="1400" dirty="0">
              <a:solidFill>
                <a:schemeClr val="tx1">
                  <a:lumMod val="75000"/>
                  <a:lumOff val="25000"/>
                </a:schemeClr>
              </a:solidFill>
              <a:latin typeface="페이퍼로지 4 Regular" pitchFamily="2" charset="-127"/>
              <a:ea typeface="페이퍼로지 4 Regular" pitchFamily="2" charset="-127"/>
              <a:cs typeface="Calibri" panose="020F0502020204030204" pitchFamily="34" charset="0"/>
            </a:endParaRPr>
          </a:p>
          <a:p>
            <a:pPr algn="ctr"/>
            <a:r>
              <a:rPr kumimoji="1" lang="ko-KR" altLang="en-US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  <a:cs typeface="Calibri" panose="020F0502020204030204" pitchFamily="34" charset="0"/>
              </a:rPr>
              <a:t>일액형으로</a:t>
            </a:r>
            <a:r>
              <a:rPr kumimoji="1"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  <a:cs typeface="Calibri" panose="020F0502020204030204" pitchFamily="34" charset="0"/>
              </a:rPr>
              <a:t> 쉽게 원하는 곳에</a:t>
            </a:r>
            <a:endParaRPr kumimoji="1" lang="en-US" altLang="ko-KR" sz="1400" dirty="0">
              <a:solidFill>
                <a:schemeClr val="tx1">
                  <a:lumMod val="75000"/>
                  <a:lumOff val="25000"/>
                </a:schemeClr>
              </a:solidFill>
              <a:latin typeface="페이퍼로지 4 Regular" pitchFamily="2" charset="-127"/>
              <a:ea typeface="페이퍼로지 4 Regular" pitchFamily="2" charset="-127"/>
              <a:cs typeface="Calibri" panose="020F0502020204030204" pitchFamily="34" charset="0"/>
            </a:endParaRPr>
          </a:p>
          <a:p>
            <a:pPr algn="ctr"/>
            <a:r>
              <a:rPr kumimoji="1"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  <a:cs typeface="Calibri" panose="020F0502020204030204" pitchFamily="34" charset="0"/>
              </a:rPr>
              <a:t>방수 시공이 가능합니다</a:t>
            </a:r>
            <a:r>
              <a:rPr kumimoji="1"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  <a:cs typeface="Calibri" panose="020F0502020204030204" pitchFamily="34" charset="0"/>
              </a:rPr>
              <a:t>.</a:t>
            </a:r>
          </a:p>
          <a:p>
            <a:pPr algn="ctr"/>
            <a:r>
              <a:rPr kumimoji="1"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  <a:cs typeface="Calibri" panose="020F0502020204030204" pitchFamily="34" charset="0"/>
              </a:rPr>
              <a:t>붓</a:t>
            </a:r>
            <a:r>
              <a:rPr kumimoji="1"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  <a:cs typeface="Calibri" panose="020F0502020204030204" pitchFamily="34" charset="0"/>
              </a:rPr>
              <a:t>/ </a:t>
            </a:r>
            <a:r>
              <a:rPr kumimoji="1"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  <a:cs typeface="Calibri" panose="020F0502020204030204" pitchFamily="34" charset="0"/>
              </a:rPr>
              <a:t>롤러 도장으로 간편하게</a:t>
            </a:r>
            <a:r>
              <a:rPr kumimoji="1"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  <a:cs typeface="Calibri" panose="020F0502020204030204" pitchFamily="34" charset="0"/>
              </a:rPr>
              <a:t>!</a:t>
            </a:r>
            <a:endParaRPr kumimoji="1" lang="ko-KR" altLang="en-US" sz="1400" dirty="0">
              <a:solidFill>
                <a:schemeClr val="tx1">
                  <a:lumMod val="75000"/>
                  <a:lumOff val="25000"/>
                </a:schemeClr>
              </a:solidFill>
              <a:latin typeface="페이퍼로지 4 Regular" pitchFamily="2" charset="-127"/>
              <a:ea typeface="페이퍼로지 4 Regular" pitchFamily="2" charset="-127"/>
              <a:cs typeface="Calibri" panose="020F0502020204030204" pitchFamily="34" charset="0"/>
            </a:endParaRPr>
          </a:p>
        </p:txBody>
      </p:sp>
      <p:sp>
        <p:nvSpPr>
          <p:cNvPr id="163" name="TextBox 162">
            <a:extLst>
              <a:ext uri="{FF2B5EF4-FFF2-40B4-BE49-F238E27FC236}">
                <a16:creationId xmlns:a16="http://schemas.microsoft.com/office/drawing/2014/main" id="{07A7DF78-F47C-4C6D-9C6F-356C367F0314}"/>
              </a:ext>
            </a:extLst>
          </p:cNvPr>
          <p:cNvSpPr txBox="1"/>
          <p:nvPr/>
        </p:nvSpPr>
        <p:spPr>
          <a:xfrm>
            <a:off x="8685136" y="4808620"/>
            <a:ext cx="2692523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  <a:cs typeface="Calibri" panose="020F0502020204030204" pitchFamily="34" charset="0"/>
              </a:rPr>
              <a:t>고온 다습한 동남아 특성을</a:t>
            </a:r>
            <a:endParaRPr kumimoji="1" lang="en-US" altLang="ko-KR" sz="1400" dirty="0">
              <a:solidFill>
                <a:schemeClr val="tx1">
                  <a:lumMod val="75000"/>
                  <a:lumOff val="25000"/>
                </a:schemeClr>
              </a:solidFill>
              <a:latin typeface="페이퍼로지 4 Regular" pitchFamily="2" charset="-127"/>
              <a:ea typeface="페이퍼로지 4 Regular" pitchFamily="2" charset="-127"/>
              <a:cs typeface="Calibri" panose="020F0502020204030204" pitchFamily="34" charset="0"/>
            </a:endParaRPr>
          </a:p>
          <a:p>
            <a:pPr algn="ctr"/>
            <a:r>
              <a:rPr kumimoji="1"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  <a:cs typeface="Calibri" panose="020F0502020204030204" pitchFamily="34" charset="0"/>
              </a:rPr>
              <a:t>살려 수 많은 연구진들과</a:t>
            </a:r>
            <a:endParaRPr kumimoji="1" lang="en-US" altLang="ko-KR" sz="1400" dirty="0">
              <a:solidFill>
                <a:schemeClr val="tx1">
                  <a:lumMod val="75000"/>
                  <a:lumOff val="25000"/>
                </a:schemeClr>
              </a:solidFill>
              <a:latin typeface="페이퍼로지 4 Regular" pitchFamily="2" charset="-127"/>
              <a:ea typeface="페이퍼로지 4 Regular" pitchFamily="2" charset="-127"/>
              <a:cs typeface="Calibri" panose="020F0502020204030204" pitchFamily="34" charset="0"/>
            </a:endParaRPr>
          </a:p>
          <a:p>
            <a:pPr algn="ctr"/>
            <a:r>
              <a:rPr kumimoji="1"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  <a:cs typeface="Calibri" panose="020F0502020204030204" pitchFamily="34" charset="0"/>
              </a:rPr>
              <a:t>한국에서의 경험을 바탕으로</a:t>
            </a:r>
          </a:p>
          <a:p>
            <a:pPr algn="ctr"/>
            <a:r>
              <a:rPr kumimoji="1"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  <a:cs typeface="Calibri" panose="020F0502020204030204" pitchFamily="34" charset="0"/>
              </a:rPr>
              <a:t>베트남에서 직접 생산하게 </a:t>
            </a:r>
            <a:endParaRPr kumimoji="1" lang="en-US" altLang="ko-KR" sz="1400" dirty="0">
              <a:solidFill>
                <a:schemeClr val="tx1">
                  <a:lumMod val="75000"/>
                  <a:lumOff val="25000"/>
                </a:schemeClr>
              </a:solidFill>
              <a:latin typeface="페이퍼로지 4 Regular" pitchFamily="2" charset="-127"/>
              <a:ea typeface="페이퍼로지 4 Regular" pitchFamily="2" charset="-127"/>
              <a:cs typeface="Calibri" panose="020F0502020204030204" pitchFamily="34" charset="0"/>
            </a:endParaRPr>
          </a:p>
          <a:p>
            <a:pPr algn="ctr"/>
            <a:r>
              <a:rPr kumimoji="1"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  <a:cs typeface="Calibri" panose="020F0502020204030204" pitchFamily="34" charset="0"/>
              </a:rPr>
              <a:t>되었습니다</a:t>
            </a:r>
            <a:r>
              <a:rPr kumimoji="1"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  <a:cs typeface="Calibri" panose="020F0502020204030204" pitchFamily="34" charset="0"/>
              </a:rPr>
              <a:t>.</a:t>
            </a:r>
            <a:endParaRPr kumimoji="1" lang="ko-KR" altLang="en-US" sz="1400" dirty="0">
              <a:solidFill>
                <a:schemeClr val="tx1">
                  <a:lumMod val="75000"/>
                  <a:lumOff val="25000"/>
                </a:schemeClr>
              </a:solidFill>
              <a:latin typeface="페이퍼로지 4 Regular" pitchFamily="2" charset="-127"/>
              <a:ea typeface="페이퍼로지 4 Regular" pitchFamily="2" charset="-127"/>
              <a:cs typeface="Calibri" panose="020F0502020204030204" pitchFamily="34" charset="0"/>
            </a:endParaRPr>
          </a:p>
        </p:txBody>
      </p:sp>
      <p:sp>
        <p:nvSpPr>
          <p:cNvPr id="164" name="직사각형 163">
            <a:extLst>
              <a:ext uri="{FF2B5EF4-FFF2-40B4-BE49-F238E27FC236}">
                <a16:creationId xmlns:a16="http://schemas.microsoft.com/office/drawing/2014/main" id="{6CCAC59D-4595-0741-99B6-21B7850D784B}"/>
              </a:ext>
            </a:extLst>
          </p:cNvPr>
          <p:cNvSpPr/>
          <p:nvPr/>
        </p:nvSpPr>
        <p:spPr>
          <a:xfrm>
            <a:off x="4625450" y="0"/>
            <a:ext cx="2407701" cy="170373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x-none" altLang="en-US"/>
          </a:p>
        </p:txBody>
      </p:sp>
      <p:sp>
        <p:nvSpPr>
          <p:cNvPr id="165" name="모서리가 둥근 직사각형 164"/>
          <p:cNvSpPr/>
          <p:nvPr/>
        </p:nvSpPr>
        <p:spPr>
          <a:xfrm>
            <a:off x="4625450" y="41516"/>
            <a:ext cx="2407701" cy="257714"/>
          </a:xfrm>
          <a:prstGeom prst="roundRect">
            <a:avLst>
              <a:gd name="adj" fmla="val 50000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66" name="TextBox 165"/>
          <p:cNvSpPr txBox="1"/>
          <p:nvPr/>
        </p:nvSpPr>
        <p:spPr>
          <a:xfrm>
            <a:off x="3689721" y="1025495"/>
            <a:ext cx="4319517" cy="83099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ko-KR" altLang="en-US" sz="4800" dirty="0">
                <a:latin typeface="페이퍼로지 7 Bold" pitchFamily="2" charset="-127"/>
                <a:ea typeface="페이퍼로지 7 Bold" pitchFamily="2" charset="-127"/>
              </a:rPr>
              <a:t>용도와 특성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3710425" y="692193"/>
            <a:ext cx="4278108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ko-KR" sz="2000" dirty="0">
                <a:solidFill>
                  <a:srgbClr val="C00000"/>
                </a:solidFill>
                <a:latin typeface="페이퍼로지 5 Medium" pitchFamily="2" charset="-127"/>
                <a:ea typeface="페이퍼로지 5 Medium" pitchFamily="2" charset="-127"/>
              </a:rPr>
              <a:t>K1 </a:t>
            </a:r>
            <a:r>
              <a:rPr kumimoji="1" lang="ko-KR" altLang="en-US" sz="2000" dirty="0">
                <a:solidFill>
                  <a:srgbClr val="C00000"/>
                </a:solidFill>
                <a:latin typeface="페이퍼로지 5 Medium" pitchFamily="2" charset="-127"/>
                <a:ea typeface="페이퍼로지 5 Medium" pitchFamily="2" charset="-127"/>
              </a:rPr>
              <a:t>특수 </a:t>
            </a:r>
            <a:r>
              <a:rPr kumimoji="1" lang="ko-KR" altLang="en-US" sz="2000" dirty="0" err="1">
                <a:solidFill>
                  <a:srgbClr val="C00000"/>
                </a:solidFill>
                <a:latin typeface="페이퍼로지 5 Medium" pitchFamily="2" charset="-127"/>
                <a:ea typeface="페이퍼로지 5 Medium" pitchFamily="2" charset="-127"/>
              </a:rPr>
              <a:t>초강력</a:t>
            </a:r>
            <a:r>
              <a:rPr kumimoji="1" lang="ko-KR" altLang="en-US" sz="2000" dirty="0">
                <a:solidFill>
                  <a:srgbClr val="C00000"/>
                </a:solidFill>
                <a:latin typeface="페이퍼로지 5 Medium" pitchFamily="2" charset="-127"/>
                <a:ea typeface="페이퍼로지 5 Medium" pitchFamily="2" charset="-127"/>
              </a:rPr>
              <a:t> 방수제</a:t>
            </a:r>
          </a:p>
        </p:txBody>
      </p:sp>
    </p:spTree>
    <p:extLst>
      <p:ext uri="{BB962C8B-B14F-4D97-AF65-F5344CB8AC3E}">
        <p14:creationId xmlns:p14="http://schemas.microsoft.com/office/powerpoint/2010/main" val="35602418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그룹 13"/>
          <p:cNvGrpSpPr/>
          <p:nvPr/>
        </p:nvGrpSpPr>
        <p:grpSpPr>
          <a:xfrm>
            <a:off x="7362828" y="4563263"/>
            <a:ext cx="3981447" cy="1160626"/>
            <a:chOff x="7362827" y="4327072"/>
            <a:chExt cx="3862915" cy="1160626"/>
          </a:xfrm>
        </p:grpSpPr>
        <p:sp>
          <p:nvSpPr>
            <p:cNvPr id="9" name="TextBox 8"/>
            <p:cNvSpPr txBox="1"/>
            <p:nvPr/>
          </p:nvSpPr>
          <p:spPr>
            <a:xfrm>
              <a:off x="7362828" y="4327072"/>
              <a:ext cx="3862914" cy="46166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kumimoji="1" lang="ko-KR" altLang="en-US" sz="2400" dirty="0">
                  <a:solidFill>
                    <a:srgbClr val="C00000"/>
                  </a:solidFill>
                  <a:latin typeface="페이퍼로지 7 Bold" pitchFamily="2" charset="-127"/>
                  <a:ea typeface="페이퍼로지 7 Bold" pitchFamily="2" charset="-127"/>
                </a:rPr>
                <a:t>표면 점검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7362827" y="4749034"/>
              <a:ext cx="3862914" cy="73866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kumimoji="1" lang="ko-KR" altLang="en-US" sz="1400" dirty="0">
                  <a:latin typeface="페이퍼로지 5 Medium" pitchFamily="2" charset="-127"/>
                  <a:ea typeface="페이퍼로지 5 Medium" pitchFamily="2" charset="-127"/>
                </a:rPr>
                <a:t>표면의 균열이나 구멍이 있는지 점검하고</a:t>
              </a:r>
              <a:r>
                <a:rPr kumimoji="1" lang="en-US" altLang="ko-KR" sz="1400" dirty="0">
                  <a:latin typeface="페이퍼로지 5 Medium" pitchFamily="2" charset="-127"/>
                  <a:ea typeface="페이퍼로지 5 Medium" pitchFamily="2" charset="-127"/>
                </a:rPr>
                <a:t>,</a:t>
              </a:r>
            </a:p>
            <a:p>
              <a:r>
                <a:rPr kumimoji="1" lang="ko-KR" altLang="en-US" sz="1400" dirty="0">
                  <a:latin typeface="페이퍼로지 5 Medium" pitchFamily="2" charset="-127"/>
                  <a:ea typeface="페이퍼로지 5 Medium" pitchFamily="2" charset="-127"/>
                </a:rPr>
                <a:t>발견된 부분은 보수합니다</a:t>
              </a:r>
              <a:r>
                <a:rPr kumimoji="1" lang="en-US" altLang="ko-KR" sz="1400" dirty="0">
                  <a:latin typeface="페이퍼로지 5 Medium" pitchFamily="2" charset="-127"/>
                  <a:ea typeface="페이퍼로지 5 Medium" pitchFamily="2" charset="-127"/>
                </a:rPr>
                <a:t>.</a:t>
              </a:r>
            </a:p>
            <a:p>
              <a:r>
                <a:rPr kumimoji="1" lang="ko-KR" altLang="en-US" sz="1400" dirty="0">
                  <a:latin typeface="페이퍼로지 5 Medium" pitchFamily="2" charset="-127"/>
                  <a:ea typeface="페이퍼로지 5 Medium" pitchFamily="2" charset="-127"/>
                </a:rPr>
                <a:t>균열은 실리콘이나 방수제로 </a:t>
              </a:r>
              <a:r>
                <a:rPr kumimoji="1" lang="ko-KR" altLang="en-US" sz="1400" dirty="0" err="1">
                  <a:latin typeface="페이퍼로지 5 Medium" pitchFamily="2" charset="-127"/>
                  <a:ea typeface="페이퍼로지 5 Medium" pitchFamily="2" charset="-127"/>
                </a:rPr>
                <a:t>메꿔줍니다</a:t>
              </a:r>
              <a:r>
                <a:rPr kumimoji="1" lang="en-US" altLang="ko-KR" sz="1400" dirty="0">
                  <a:latin typeface="페이퍼로지 5 Medium" pitchFamily="2" charset="-127"/>
                  <a:ea typeface="페이퍼로지 5 Medium" pitchFamily="2" charset="-127"/>
                </a:rPr>
                <a:t>.</a:t>
              </a:r>
              <a:endParaRPr kumimoji="1" lang="ko-KR" altLang="en-US" sz="1400" dirty="0">
                <a:latin typeface="페이퍼로지 5 Medium" pitchFamily="2" charset="-127"/>
                <a:ea typeface="페이퍼로지 5 Medium" pitchFamily="2" charset="-127"/>
              </a:endParaRPr>
            </a:p>
          </p:txBody>
        </p:sp>
      </p:grpSp>
      <p:grpSp>
        <p:nvGrpSpPr>
          <p:cNvPr id="13" name="그룹 12"/>
          <p:cNvGrpSpPr/>
          <p:nvPr/>
        </p:nvGrpSpPr>
        <p:grpSpPr>
          <a:xfrm>
            <a:off x="966260" y="2234670"/>
            <a:ext cx="3862914" cy="1165658"/>
            <a:chOff x="966260" y="2037142"/>
            <a:chExt cx="3862914" cy="1165658"/>
          </a:xfrm>
        </p:grpSpPr>
        <p:sp>
          <p:nvSpPr>
            <p:cNvPr id="11" name="TextBox 10"/>
            <p:cNvSpPr txBox="1"/>
            <p:nvPr/>
          </p:nvSpPr>
          <p:spPr>
            <a:xfrm>
              <a:off x="966260" y="2037142"/>
              <a:ext cx="3862914" cy="46166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r"/>
              <a:r>
                <a:rPr kumimoji="1" lang="ko-KR" altLang="en-US" sz="2400" dirty="0">
                  <a:solidFill>
                    <a:srgbClr val="C00000"/>
                  </a:solidFill>
                  <a:latin typeface="페이퍼로지 7 Bold" pitchFamily="2" charset="-127"/>
                  <a:ea typeface="페이퍼로지 7 Bold" pitchFamily="2" charset="-127"/>
                </a:rPr>
                <a:t>표면 준비 작업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966260" y="2464136"/>
              <a:ext cx="3862914" cy="73866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r"/>
              <a:r>
                <a:rPr kumimoji="1" lang="ko-KR" altLang="en-US" sz="1400" dirty="0">
                  <a:latin typeface="페이퍼로지 5 Medium" pitchFamily="2" charset="-127"/>
                  <a:ea typeface="페이퍼로지 5 Medium" pitchFamily="2" charset="-127"/>
                </a:rPr>
                <a:t>작업할 부위 먼지 이물질</a:t>
              </a:r>
              <a:r>
                <a:rPr kumimoji="1" lang="en-US" altLang="ko-KR" sz="1400" dirty="0">
                  <a:latin typeface="페이퍼로지 5 Medium" pitchFamily="2" charset="-127"/>
                  <a:ea typeface="페이퍼로지 5 Medium" pitchFamily="2" charset="-127"/>
                </a:rPr>
                <a:t>, </a:t>
              </a:r>
              <a:r>
                <a:rPr kumimoji="1" lang="ko-KR" altLang="en-US" sz="1400" dirty="0">
                  <a:latin typeface="페이퍼로지 5 Medium" pitchFamily="2" charset="-127"/>
                  <a:ea typeface="페이퍼로지 5 Medium" pitchFamily="2" charset="-127"/>
                </a:rPr>
                <a:t>기름 등을 </a:t>
              </a:r>
            </a:p>
            <a:p>
              <a:pPr algn="r"/>
              <a:r>
                <a:rPr kumimoji="1" lang="ko-KR" altLang="en-US" sz="1400" dirty="0">
                  <a:latin typeface="페이퍼로지 5 Medium" pitchFamily="2" charset="-127"/>
                  <a:ea typeface="페이퍼로지 5 Medium" pitchFamily="2" charset="-127"/>
                </a:rPr>
                <a:t>청소합니다</a:t>
              </a:r>
              <a:r>
                <a:rPr kumimoji="1" lang="en-US" altLang="ko-KR" sz="1400" dirty="0">
                  <a:latin typeface="페이퍼로지 5 Medium" pitchFamily="2" charset="-127"/>
                  <a:ea typeface="페이퍼로지 5 Medium" pitchFamily="2" charset="-127"/>
                </a:rPr>
                <a:t>. </a:t>
              </a:r>
              <a:r>
                <a:rPr kumimoji="1" lang="ko-KR" altLang="en-US" sz="1400" dirty="0">
                  <a:latin typeface="페이퍼로지 5 Medium" pitchFamily="2" charset="-127"/>
                  <a:ea typeface="페이퍼로지 5 Medium" pitchFamily="2" charset="-127"/>
                </a:rPr>
                <a:t>고압 세척기나 스펀지를 </a:t>
              </a:r>
            </a:p>
            <a:p>
              <a:pPr algn="r"/>
              <a:r>
                <a:rPr kumimoji="1" lang="ko-KR" altLang="en-US" sz="1400" dirty="0">
                  <a:latin typeface="페이퍼로지 5 Medium" pitchFamily="2" charset="-127"/>
                  <a:ea typeface="페이퍼로지 5 Medium" pitchFamily="2" charset="-127"/>
                </a:rPr>
                <a:t>사용하면 효과적입니다</a:t>
              </a:r>
              <a:r>
                <a:rPr kumimoji="1" lang="en-US" altLang="ko-KR" sz="1400" dirty="0">
                  <a:latin typeface="페이퍼로지 5 Medium" pitchFamily="2" charset="-127"/>
                  <a:ea typeface="페이퍼로지 5 Medium" pitchFamily="2" charset="-127"/>
                </a:rPr>
                <a:t>.</a:t>
              </a:r>
            </a:p>
          </p:txBody>
        </p:sp>
      </p:grpSp>
      <p:sp>
        <p:nvSpPr>
          <p:cNvPr id="15" name="TextBox 14"/>
          <p:cNvSpPr txBox="1"/>
          <p:nvPr/>
        </p:nvSpPr>
        <p:spPr>
          <a:xfrm>
            <a:off x="2130004" y="683560"/>
            <a:ext cx="7931993" cy="76944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ko-KR" altLang="en-US" sz="4400" dirty="0">
                <a:latin typeface="페이퍼로지 7 Bold" pitchFamily="2" charset="-127"/>
                <a:ea typeface="페이퍼로지 7 Bold" pitchFamily="2" charset="-127"/>
              </a:rPr>
              <a:t>사용 및 시공 </a:t>
            </a:r>
            <a:r>
              <a:rPr kumimoji="1" lang="ko-KR" altLang="en-US" sz="4400" dirty="0">
                <a:solidFill>
                  <a:srgbClr val="C00000"/>
                </a:solidFill>
                <a:latin typeface="페이퍼로지 7 Bold" pitchFamily="2" charset="-127"/>
                <a:ea typeface="페이퍼로지 7 Bold" pitchFamily="2" charset="-127"/>
              </a:rPr>
              <a:t>지침서</a:t>
            </a:r>
          </a:p>
        </p:txBody>
      </p:sp>
      <p:sp>
        <p:nvSpPr>
          <p:cNvPr id="2" name="타원 1">
            <a:extLst>
              <a:ext uri="{FF2B5EF4-FFF2-40B4-BE49-F238E27FC236}">
                <a16:creationId xmlns:a16="http://schemas.microsoft.com/office/drawing/2014/main" id="{8BD09D6C-0F5D-EB44-B93C-9EF2BDB9E9E5}"/>
              </a:ext>
            </a:extLst>
          </p:cNvPr>
          <p:cNvSpPr/>
          <p:nvPr/>
        </p:nvSpPr>
        <p:spPr>
          <a:xfrm>
            <a:off x="5588000" y="2392264"/>
            <a:ext cx="1016000" cy="1016000"/>
          </a:xfrm>
          <a:prstGeom prst="ellipse">
            <a:avLst/>
          </a:prstGeom>
          <a:solidFill>
            <a:schemeClr val="bg1"/>
          </a:solidFill>
          <a:ln w="57150">
            <a:solidFill>
              <a:srgbClr val="FFD1D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x-none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1440AC6-DDC3-FE42-9553-C83AEB8800E3}"/>
              </a:ext>
            </a:extLst>
          </p:cNvPr>
          <p:cNvSpPr txBox="1"/>
          <p:nvPr/>
        </p:nvSpPr>
        <p:spPr>
          <a:xfrm>
            <a:off x="5693748" y="2722787"/>
            <a:ext cx="804505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ko-KR" sz="2000" dirty="0">
                <a:solidFill>
                  <a:srgbClr val="C00000"/>
                </a:solidFill>
                <a:latin typeface="+mj-lt"/>
              </a:rPr>
              <a:t>01</a:t>
            </a:r>
            <a:endParaRPr kumimoji="1" lang="ko-KR" altLang="en-US" sz="2000" dirty="0">
              <a:solidFill>
                <a:srgbClr val="C00000"/>
              </a:solidFill>
              <a:latin typeface="+mj-lt"/>
            </a:endParaRPr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808EF8D6-CF80-154B-B22E-E4475B42A660}"/>
              </a:ext>
            </a:extLst>
          </p:cNvPr>
          <p:cNvSpPr/>
          <p:nvPr/>
        </p:nvSpPr>
        <p:spPr>
          <a:xfrm>
            <a:off x="5588000" y="4713688"/>
            <a:ext cx="1016000" cy="1016000"/>
          </a:xfrm>
          <a:prstGeom prst="ellipse">
            <a:avLst/>
          </a:prstGeom>
          <a:solidFill>
            <a:schemeClr val="bg1"/>
          </a:solidFill>
          <a:ln w="57150">
            <a:solidFill>
              <a:srgbClr val="FFD1D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x-none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5C5B39F-0AA6-EC4C-B1D0-38B0A76C7A65}"/>
              </a:ext>
            </a:extLst>
          </p:cNvPr>
          <p:cNvSpPr txBox="1"/>
          <p:nvPr/>
        </p:nvSpPr>
        <p:spPr>
          <a:xfrm>
            <a:off x="5693748" y="5044211"/>
            <a:ext cx="804505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ko-KR" sz="2000" dirty="0">
                <a:solidFill>
                  <a:srgbClr val="C00000"/>
                </a:solidFill>
                <a:latin typeface="+mj-lt"/>
              </a:rPr>
              <a:t>02</a:t>
            </a:r>
            <a:endParaRPr kumimoji="1" lang="ko-KR" altLang="en-US" sz="2000" dirty="0">
              <a:solidFill>
                <a:srgbClr val="C00000"/>
              </a:solidFill>
              <a:latin typeface="+mj-lt"/>
            </a:endParaRPr>
          </a:p>
        </p:txBody>
      </p:sp>
      <p:cxnSp>
        <p:nvCxnSpPr>
          <p:cNvPr id="4" name="직선 연결선[R] 3">
            <a:extLst>
              <a:ext uri="{FF2B5EF4-FFF2-40B4-BE49-F238E27FC236}">
                <a16:creationId xmlns:a16="http://schemas.microsoft.com/office/drawing/2014/main" id="{0DCC257F-0B6E-8A44-BFB8-C14B4DB07CE6}"/>
              </a:ext>
            </a:extLst>
          </p:cNvPr>
          <p:cNvCxnSpPr>
            <a:stCxn id="2" idx="4"/>
            <a:endCxn id="17" idx="0"/>
          </p:cNvCxnSpPr>
          <p:nvPr/>
        </p:nvCxnSpPr>
        <p:spPr>
          <a:xfrm>
            <a:off x="6096000" y="3408264"/>
            <a:ext cx="0" cy="1305424"/>
          </a:xfrm>
          <a:prstGeom prst="line">
            <a:avLst/>
          </a:prstGeom>
          <a:ln w="28575">
            <a:solidFill>
              <a:srgbClr val="FFD1D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직선 연결선[R] 18">
            <a:extLst>
              <a:ext uri="{FF2B5EF4-FFF2-40B4-BE49-F238E27FC236}">
                <a16:creationId xmlns:a16="http://schemas.microsoft.com/office/drawing/2014/main" id="{B5F1A30A-83CB-2746-9647-B766E4C8ACF7}"/>
              </a:ext>
            </a:extLst>
          </p:cNvPr>
          <p:cNvCxnSpPr>
            <a:cxnSpLocks/>
            <a:stCxn id="17" idx="4"/>
          </p:cNvCxnSpPr>
          <p:nvPr/>
        </p:nvCxnSpPr>
        <p:spPr>
          <a:xfrm>
            <a:off x="6096000" y="5729688"/>
            <a:ext cx="0" cy="1128312"/>
          </a:xfrm>
          <a:prstGeom prst="line">
            <a:avLst/>
          </a:prstGeom>
          <a:ln w="28575">
            <a:solidFill>
              <a:srgbClr val="FFD1D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194230DE-9EAA-B240-82DB-E202B87A0208}"/>
              </a:ext>
            </a:extLst>
          </p:cNvPr>
          <p:cNvSpPr/>
          <p:nvPr/>
        </p:nvSpPr>
        <p:spPr>
          <a:xfrm>
            <a:off x="6698280" y="1485900"/>
            <a:ext cx="1597995" cy="45719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x-none" altLang="en-US"/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194230DE-9EAA-B240-82DB-E202B87A0208}"/>
              </a:ext>
            </a:extLst>
          </p:cNvPr>
          <p:cNvSpPr/>
          <p:nvPr/>
        </p:nvSpPr>
        <p:spPr>
          <a:xfrm>
            <a:off x="3971925" y="1485900"/>
            <a:ext cx="2726355" cy="45719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x-none" altLang="en-US"/>
          </a:p>
        </p:txBody>
      </p:sp>
      <p:sp>
        <p:nvSpPr>
          <p:cNvPr id="53" name="TextBox 52"/>
          <p:cNvSpPr txBox="1"/>
          <p:nvPr/>
        </p:nvSpPr>
        <p:spPr>
          <a:xfrm>
            <a:off x="3956946" y="431268"/>
            <a:ext cx="4278108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ko-KR" sz="1600" dirty="0">
                <a:solidFill>
                  <a:srgbClr val="C00000"/>
                </a:solidFill>
                <a:latin typeface="페이퍼로지 4 Regular" pitchFamily="2" charset="-127"/>
                <a:ea typeface="페이퍼로지 4 Regular" pitchFamily="2" charset="-127"/>
              </a:rPr>
              <a:t>BEST WINNER VN</a:t>
            </a:r>
            <a:endParaRPr kumimoji="1" lang="ko-KR" altLang="en-US" sz="1600" dirty="0">
              <a:solidFill>
                <a:srgbClr val="C00000"/>
              </a:solidFill>
              <a:latin typeface="페이퍼로지 4 Regular" pitchFamily="2" charset="-127"/>
              <a:ea typeface="페이퍼로지 4 Regular" pitchFamily="2" charset="-127"/>
            </a:endParaRPr>
          </a:p>
        </p:txBody>
      </p:sp>
      <p:pic>
        <p:nvPicPr>
          <p:cNvPr id="64" name="그림 개체 틀 63"/>
          <p:cNvPicPr>
            <a:picLocks noGrp="1" noChangeAspect="1"/>
          </p:cNvPicPr>
          <p:nvPr>
            <p:ph type="pic" sz="quarter" idx="2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084" b="29084"/>
          <a:stretch>
            <a:fillRect/>
          </a:stretch>
        </p:blipFill>
        <p:spPr>
          <a:xfrm>
            <a:off x="966260" y="4139783"/>
            <a:ext cx="3862914" cy="2154061"/>
          </a:xfrm>
        </p:spPr>
      </p:pic>
      <p:pic>
        <p:nvPicPr>
          <p:cNvPr id="63" name="그림 개체 틀 62"/>
          <p:cNvPicPr>
            <a:picLocks noGrp="1" noChangeAspect="1"/>
          </p:cNvPicPr>
          <p:nvPr>
            <p:ph type="pic" sz="quarter" idx="2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084" b="29084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30272476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타원 12">
            <a:extLst>
              <a:ext uri="{FF2B5EF4-FFF2-40B4-BE49-F238E27FC236}">
                <a16:creationId xmlns:a16="http://schemas.microsoft.com/office/drawing/2014/main" id="{2E950ABA-DCEC-2246-862A-C32EB9147BDE}"/>
              </a:ext>
            </a:extLst>
          </p:cNvPr>
          <p:cNvSpPr/>
          <p:nvPr/>
        </p:nvSpPr>
        <p:spPr>
          <a:xfrm>
            <a:off x="5588000" y="1487976"/>
            <a:ext cx="1016000" cy="1016000"/>
          </a:xfrm>
          <a:prstGeom prst="ellipse">
            <a:avLst/>
          </a:prstGeom>
          <a:solidFill>
            <a:schemeClr val="bg1"/>
          </a:solidFill>
          <a:ln w="57150">
            <a:solidFill>
              <a:srgbClr val="FFD1D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x-none" altLang="en-US"/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B4578AC2-B170-B547-A767-A7FAB7ACEDCB}"/>
              </a:ext>
            </a:extLst>
          </p:cNvPr>
          <p:cNvSpPr/>
          <p:nvPr/>
        </p:nvSpPr>
        <p:spPr>
          <a:xfrm>
            <a:off x="5588000" y="3610287"/>
            <a:ext cx="1016000" cy="1016000"/>
          </a:xfrm>
          <a:prstGeom prst="ellipse">
            <a:avLst/>
          </a:prstGeom>
          <a:solidFill>
            <a:schemeClr val="bg1"/>
          </a:solidFill>
          <a:ln w="57150">
            <a:solidFill>
              <a:srgbClr val="FFD1D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x-none" altLang="en-US"/>
          </a:p>
        </p:txBody>
      </p:sp>
      <p:cxnSp>
        <p:nvCxnSpPr>
          <p:cNvPr id="17" name="직선 연결선[R] 16">
            <a:extLst>
              <a:ext uri="{FF2B5EF4-FFF2-40B4-BE49-F238E27FC236}">
                <a16:creationId xmlns:a16="http://schemas.microsoft.com/office/drawing/2014/main" id="{76CBA4F7-413B-AB49-8CD8-31373CB3E94D}"/>
              </a:ext>
            </a:extLst>
          </p:cNvPr>
          <p:cNvCxnSpPr>
            <a:stCxn id="13" idx="4"/>
          </p:cNvCxnSpPr>
          <p:nvPr/>
        </p:nvCxnSpPr>
        <p:spPr>
          <a:xfrm flipH="1">
            <a:off x="6096001" y="2503978"/>
            <a:ext cx="1" cy="1106311"/>
          </a:xfrm>
          <a:prstGeom prst="line">
            <a:avLst/>
          </a:prstGeom>
          <a:ln w="28575">
            <a:solidFill>
              <a:srgbClr val="FFD1D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직선 연결선[R] 17">
            <a:extLst>
              <a:ext uri="{FF2B5EF4-FFF2-40B4-BE49-F238E27FC236}">
                <a16:creationId xmlns:a16="http://schemas.microsoft.com/office/drawing/2014/main" id="{945598E1-D17F-7540-BBC8-E6832531A676}"/>
              </a:ext>
            </a:extLst>
          </p:cNvPr>
          <p:cNvCxnSpPr>
            <a:cxnSpLocks/>
            <a:endCxn id="13" idx="0"/>
          </p:cNvCxnSpPr>
          <p:nvPr/>
        </p:nvCxnSpPr>
        <p:spPr>
          <a:xfrm flipH="1">
            <a:off x="6096000" y="-3705"/>
            <a:ext cx="3" cy="1491681"/>
          </a:xfrm>
          <a:prstGeom prst="line">
            <a:avLst/>
          </a:prstGeom>
          <a:ln w="28575">
            <a:solidFill>
              <a:srgbClr val="FFD1D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4F095427-5383-114D-9C0F-AE4E6AEB727D}"/>
              </a:ext>
            </a:extLst>
          </p:cNvPr>
          <p:cNvSpPr txBox="1"/>
          <p:nvPr/>
        </p:nvSpPr>
        <p:spPr>
          <a:xfrm>
            <a:off x="3055864" y="5758693"/>
            <a:ext cx="6080272" cy="70788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ko-KR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물 한 방울도 허용하지 않는 완벽한 차단</a:t>
            </a:r>
            <a:endParaRPr kumimoji="1" lang="en-US" altLang="ko-KR" sz="2000" dirty="0">
              <a:solidFill>
                <a:schemeClr val="tx1">
                  <a:lumMod val="95000"/>
                  <a:lumOff val="5000"/>
                </a:schemeClr>
              </a:solidFill>
              <a:latin typeface="페이퍼로지 5 Medium" pitchFamily="2" charset="-127"/>
              <a:ea typeface="페이퍼로지 5 Medium" pitchFamily="2" charset="-127"/>
            </a:endParaRPr>
          </a:p>
          <a:p>
            <a:pPr algn="ctr"/>
            <a:r>
              <a:rPr kumimoji="1" lang="ko-KR" altLang="en-US" sz="2000" dirty="0">
                <a:solidFill>
                  <a:srgbClr val="C00000"/>
                </a:solidFill>
                <a:latin typeface="페이퍼로지 7 Bold" pitchFamily="2" charset="-127"/>
                <a:ea typeface="페이퍼로지 7 Bold" pitchFamily="2" charset="-127"/>
              </a:rPr>
              <a:t>특수 방수 기술로 </a:t>
            </a:r>
            <a:r>
              <a:rPr kumimoji="1" lang="en-US" altLang="ko-KR" sz="2000" dirty="0">
                <a:solidFill>
                  <a:srgbClr val="C00000"/>
                </a:solidFill>
                <a:latin typeface="페이퍼로지 7 Bold" pitchFamily="2" charset="-127"/>
                <a:ea typeface="페이퍼로지 7 Bold" pitchFamily="2" charset="-127"/>
              </a:rPr>
              <a:t>10</a:t>
            </a:r>
            <a:r>
              <a:rPr kumimoji="1" lang="ko-KR" altLang="en-US" sz="2000" dirty="0">
                <a:solidFill>
                  <a:srgbClr val="C00000"/>
                </a:solidFill>
                <a:latin typeface="페이퍼로지 7 Bold" pitchFamily="2" charset="-127"/>
                <a:ea typeface="페이퍼로지 7 Bold" pitchFamily="2" charset="-127"/>
              </a:rPr>
              <a:t>년의 안전을 약속</a:t>
            </a:r>
            <a:r>
              <a:rPr kumimoji="1" lang="ko-KR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합니다</a:t>
            </a:r>
            <a:r>
              <a:rPr kumimoji="1" lang="en-US" altLang="ko-KR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.</a:t>
            </a:r>
            <a:endParaRPr kumimoji="1" lang="ko-KR" altLang="en-US" sz="2000" dirty="0">
              <a:solidFill>
                <a:schemeClr val="tx1">
                  <a:lumMod val="95000"/>
                  <a:lumOff val="5000"/>
                </a:schemeClr>
              </a:solidFill>
              <a:latin typeface="페이퍼로지 5 Medium" pitchFamily="2" charset="-127"/>
              <a:ea typeface="페이퍼로지 5 Medium" pitchFamily="2" charset="-127"/>
            </a:endParaRPr>
          </a:p>
        </p:txBody>
      </p:sp>
      <p:grpSp>
        <p:nvGrpSpPr>
          <p:cNvPr id="20" name="그룹 19"/>
          <p:cNvGrpSpPr/>
          <p:nvPr/>
        </p:nvGrpSpPr>
        <p:grpSpPr>
          <a:xfrm>
            <a:off x="638175" y="1301220"/>
            <a:ext cx="4190999" cy="1175183"/>
            <a:chOff x="966260" y="2037142"/>
            <a:chExt cx="3862914" cy="1175183"/>
          </a:xfrm>
        </p:grpSpPr>
        <p:sp>
          <p:nvSpPr>
            <p:cNvPr id="21" name="TextBox 20"/>
            <p:cNvSpPr txBox="1"/>
            <p:nvPr/>
          </p:nvSpPr>
          <p:spPr>
            <a:xfrm>
              <a:off x="966260" y="2037142"/>
              <a:ext cx="3862914" cy="46166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r"/>
              <a:r>
                <a:rPr kumimoji="1" lang="ko-KR" altLang="en-US" sz="2400" dirty="0">
                  <a:solidFill>
                    <a:srgbClr val="C00000"/>
                  </a:solidFill>
                  <a:latin typeface="페이퍼로지 7 Bold" pitchFamily="2" charset="-127"/>
                  <a:ea typeface="페이퍼로지 7 Bold" pitchFamily="2" charset="-127"/>
                </a:rPr>
                <a:t>기초 도료 칠하기</a:t>
              </a: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966260" y="2473661"/>
              <a:ext cx="3862914" cy="73866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r"/>
              <a:r>
                <a:rPr kumimoji="1" lang="ko-KR" altLang="en-US" sz="1400" dirty="0">
                  <a:latin typeface="페이퍼로지 5 Medium" pitchFamily="2" charset="-127"/>
                  <a:ea typeface="페이퍼로지 5 Medium" pitchFamily="2" charset="-127"/>
                </a:rPr>
                <a:t>청소한 표면에 기초 도료를 롤러 또는 </a:t>
              </a:r>
              <a:r>
                <a:rPr kumimoji="1" lang="ko-KR" altLang="en-US" sz="1400" dirty="0" err="1">
                  <a:latin typeface="페이퍼로지 5 Medium" pitchFamily="2" charset="-127"/>
                  <a:ea typeface="페이퍼로지 5 Medium" pitchFamily="2" charset="-127"/>
                </a:rPr>
                <a:t>브러쉬로</a:t>
              </a:r>
              <a:endParaRPr kumimoji="1" lang="ko-KR" altLang="en-US" sz="1400" dirty="0">
                <a:latin typeface="페이퍼로지 5 Medium" pitchFamily="2" charset="-127"/>
                <a:ea typeface="페이퍼로지 5 Medium" pitchFamily="2" charset="-127"/>
              </a:endParaRPr>
            </a:p>
            <a:p>
              <a:pPr algn="r"/>
              <a:r>
                <a:rPr kumimoji="1" lang="ko-KR" altLang="en-US" sz="1400" dirty="0">
                  <a:latin typeface="페이퍼로지 5 Medium" pitchFamily="2" charset="-127"/>
                  <a:ea typeface="페이퍼로지 5 Medium" pitchFamily="2" charset="-127"/>
                </a:rPr>
                <a:t>고르게 바릅니다</a:t>
              </a:r>
              <a:r>
                <a:rPr kumimoji="1" lang="en-US" altLang="ko-KR" sz="1400" dirty="0">
                  <a:latin typeface="페이퍼로지 5 Medium" pitchFamily="2" charset="-127"/>
                  <a:ea typeface="페이퍼로지 5 Medium" pitchFamily="2" charset="-127"/>
                </a:rPr>
                <a:t>. </a:t>
              </a:r>
              <a:r>
                <a:rPr kumimoji="1" lang="ko-KR" altLang="en-US" sz="1400" dirty="0">
                  <a:latin typeface="페이퍼로지 5 Medium" pitchFamily="2" charset="-127"/>
                  <a:ea typeface="페이퍼로지 5 Medium" pitchFamily="2" charset="-127"/>
                </a:rPr>
                <a:t>이 단계는 방수제의</a:t>
              </a:r>
              <a:endParaRPr kumimoji="1" lang="en-US" altLang="ko-KR" sz="1400" dirty="0">
                <a:latin typeface="페이퍼로지 5 Medium" pitchFamily="2" charset="-127"/>
                <a:ea typeface="페이퍼로지 5 Medium" pitchFamily="2" charset="-127"/>
              </a:endParaRPr>
            </a:p>
            <a:p>
              <a:pPr algn="r"/>
              <a:r>
                <a:rPr kumimoji="1" lang="ko-KR" altLang="en-US" sz="1400" dirty="0">
                  <a:latin typeface="페이퍼로지 5 Medium" pitchFamily="2" charset="-127"/>
                  <a:ea typeface="페이퍼로지 5 Medium" pitchFamily="2" charset="-127"/>
                </a:rPr>
                <a:t>접착력을 높이는 데 중요합니다</a:t>
              </a:r>
              <a:r>
                <a:rPr kumimoji="1" lang="en-US" altLang="ko-KR" sz="1400" dirty="0">
                  <a:latin typeface="페이퍼로지 5 Medium" pitchFamily="2" charset="-127"/>
                  <a:ea typeface="페이퍼로지 5 Medium" pitchFamily="2" charset="-127"/>
                </a:rPr>
                <a:t>.</a:t>
              </a:r>
            </a:p>
          </p:txBody>
        </p:sp>
      </p:grpSp>
      <p:grpSp>
        <p:nvGrpSpPr>
          <p:cNvPr id="23" name="그룹 22"/>
          <p:cNvGrpSpPr/>
          <p:nvPr/>
        </p:nvGrpSpPr>
        <p:grpSpPr>
          <a:xfrm>
            <a:off x="7362829" y="3339966"/>
            <a:ext cx="3981446" cy="1391022"/>
            <a:chOff x="7362828" y="4327072"/>
            <a:chExt cx="3862914" cy="1391022"/>
          </a:xfrm>
        </p:grpSpPr>
        <p:sp>
          <p:nvSpPr>
            <p:cNvPr id="24" name="TextBox 23"/>
            <p:cNvSpPr txBox="1"/>
            <p:nvPr/>
          </p:nvSpPr>
          <p:spPr>
            <a:xfrm>
              <a:off x="7362828" y="4327072"/>
              <a:ext cx="3862914" cy="46166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kumimoji="1" lang="en-US" altLang="ko-KR" sz="2400" dirty="0">
                  <a:solidFill>
                    <a:srgbClr val="C00000"/>
                  </a:solidFill>
                  <a:latin typeface="페이퍼로지 7 Bold" pitchFamily="2" charset="-127"/>
                  <a:ea typeface="페이퍼로지 7 Bold" pitchFamily="2" charset="-127"/>
                </a:rPr>
                <a:t>K1 </a:t>
              </a:r>
              <a:r>
                <a:rPr kumimoji="1" lang="ko-KR" altLang="en-US" sz="2400" dirty="0">
                  <a:solidFill>
                    <a:srgbClr val="C00000"/>
                  </a:solidFill>
                  <a:latin typeface="페이퍼로지 7 Bold" pitchFamily="2" charset="-127"/>
                  <a:ea typeface="페이퍼로지 7 Bold" pitchFamily="2" charset="-127"/>
                </a:rPr>
                <a:t>방수제 칠하기</a:t>
              </a: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7362828" y="4763987"/>
              <a:ext cx="3862914" cy="95410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kumimoji="1" lang="ko-KR" altLang="en-US" sz="1400" dirty="0">
                  <a:latin typeface="페이퍼로지 5 Medium" pitchFamily="2" charset="-127"/>
                  <a:ea typeface="페이퍼로지 5 Medium" pitchFamily="2" charset="-127"/>
                </a:rPr>
                <a:t>기초 도료가 마른 후</a:t>
              </a:r>
              <a:r>
                <a:rPr kumimoji="1" lang="en-US" altLang="ko-KR" sz="1400" dirty="0">
                  <a:latin typeface="페이퍼로지 5 Medium" pitchFamily="2" charset="-127"/>
                  <a:ea typeface="페이퍼로지 5 Medium" pitchFamily="2" charset="-127"/>
                </a:rPr>
                <a:t>,</a:t>
              </a:r>
            </a:p>
            <a:p>
              <a:r>
                <a:rPr kumimoji="1" lang="en-US" altLang="ko-KR" sz="1400" dirty="0">
                  <a:latin typeface="페이퍼로지 5 Medium" pitchFamily="2" charset="-127"/>
                  <a:ea typeface="페이퍼로지 5 Medium" pitchFamily="2" charset="-127"/>
                </a:rPr>
                <a:t>K1 </a:t>
              </a:r>
              <a:r>
                <a:rPr kumimoji="1" lang="ko-KR" altLang="en-US" sz="1400" dirty="0">
                  <a:latin typeface="페이퍼로지 5 Medium" pitchFamily="2" charset="-127"/>
                  <a:ea typeface="페이퍼로지 5 Medium" pitchFamily="2" charset="-127"/>
                </a:rPr>
                <a:t>방수제를 적절한 두께로 바릅니다</a:t>
              </a:r>
              <a:r>
                <a:rPr kumimoji="1" lang="en-US" altLang="ko-KR" sz="1400" dirty="0">
                  <a:latin typeface="페이퍼로지 5 Medium" pitchFamily="2" charset="-127"/>
                  <a:ea typeface="페이퍼로지 5 Medium" pitchFamily="2" charset="-127"/>
                </a:rPr>
                <a:t>.</a:t>
              </a:r>
            </a:p>
            <a:p>
              <a:r>
                <a:rPr kumimoji="1" lang="ko-KR" altLang="en-US" sz="1400" dirty="0">
                  <a:latin typeface="페이퍼로지 5 Medium" pitchFamily="2" charset="-127"/>
                  <a:ea typeface="페이퍼로지 5 Medium" pitchFamily="2" charset="-127"/>
                </a:rPr>
                <a:t>보통 </a:t>
              </a:r>
              <a:r>
                <a:rPr kumimoji="1" lang="en-US" altLang="ko-KR" sz="1400" dirty="0">
                  <a:latin typeface="페이퍼로지 5 Medium" pitchFamily="2" charset="-127"/>
                  <a:ea typeface="페이퍼로지 5 Medium" pitchFamily="2" charset="-127"/>
                </a:rPr>
                <a:t>2~3</a:t>
              </a:r>
              <a:r>
                <a:rPr kumimoji="1" lang="ko-KR" altLang="en-US" sz="1400" dirty="0">
                  <a:latin typeface="페이퍼로지 5 Medium" pitchFamily="2" charset="-127"/>
                  <a:ea typeface="페이퍼로지 5 Medium" pitchFamily="2" charset="-127"/>
                </a:rPr>
                <a:t>회에 걸쳐 바르는 것이 좋으며</a:t>
              </a:r>
            </a:p>
            <a:p>
              <a:r>
                <a:rPr kumimoji="1" lang="ko-KR" altLang="en-US" sz="1400" dirty="0">
                  <a:latin typeface="페이퍼로지 5 Medium" pitchFamily="2" charset="-127"/>
                  <a:ea typeface="페이퍼로지 5 Medium" pitchFamily="2" charset="-127"/>
                </a:rPr>
                <a:t>각 층은 이전 층이 완전히 마른 후에 진행합니다</a:t>
              </a:r>
              <a:r>
                <a:rPr kumimoji="1" lang="en-US" altLang="ko-KR" sz="1400" dirty="0">
                  <a:latin typeface="페이퍼로지 5 Medium" pitchFamily="2" charset="-127"/>
                  <a:ea typeface="페이퍼로지 5 Medium" pitchFamily="2" charset="-127"/>
                </a:rPr>
                <a:t>.</a:t>
              </a:r>
              <a:endParaRPr kumimoji="1" lang="ko-KR" altLang="en-US" sz="1400" dirty="0">
                <a:latin typeface="페이퍼로지 5 Medium" pitchFamily="2" charset="-127"/>
                <a:ea typeface="페이퍼로지 5 Medium" pitchFamily="2" charset="-127"/>
              </a:endParaRPr>
            </a:p>
          </p:txBody>
        </p:sp>
      </p:grpSp>
      <p:sp>
        <p:nvSpPr>
          <p:cNvPr id="27" name="TextBox 26">
            <a:extLst>
              <a:ext uri="{FF2B5EF4-FFF2-40B4-BE49-F238E27FC236}">
                <a16:creationId xmlns:a16="http://schemas.microsoft.com/office/drawing/2014/main" id="{11440AC6-DDC3-FE42-9553-C83AEB8800E3}"/>
              </a:ext>
            </a:extLst>
          </p:cNvPr>
          <p:cNvSpPr txBox="1"/>
          <p:nvPr/>
        </p:nvSpPr>
        <p:spPr>
          <a:xfrm>
            <a:off x="5693748" y="1808387"/>
            <a:ext cx="804505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ko-KR" sz="2000" dirty="0">
                <a:solidFill>
                  <a:srgbClr val="C00000"/>
                </a:solidFill>
                <a:latin typeface="+mj-lt"/>
              </a:rPr>
              <a:t>03</a:t>
            </a:r>
            <a:endParaRPr kumimoji="1" lang="ko-KR" altLang="en-US" sz="2000" dirty="0">
              <a:solidFill>
                <a:srgbClr val="C00000"/>
              </a:solidFill>
              <a:latin typeface="+mj-lt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5C5B39F-0AA6-EC4C-B1D0-38B0A76C7A65}"/>
              </a:ext>
            </a:extLst>
          </p:cNvPr>
          <p:cNvSpPr txBox="1"/>
          <p:nvPr/>
        </p:nvSpPr>
        <p:spPr>
          <a:xfrm>
            <a:off x="5693748" y="3946807"/>
            <a:ext cx="804505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ko-KR" sz="2000" dirty="0">
                <a:solidFill>
                  <a:srgbClr val="C00000"/>
                </a:solidFill>
                <a:latin typeface="+mj-lt"/>
              </a:rPr>
              <a:t>04</a:t>
            </a:r>
            <a:endParaRPr kumimoji="1" lang="ko-KR" altLang="en-US" sz="2000" dirty="0">
              <a:solidFill>
                <a:srgbClr val="C00000"/>
              </a:solidFill>
              <a:latin typeface="+mj-lt"/>
            </a:endParaRPr>
          </a:p>
        </p:txBody>
      </p:sp>
      <p:pic>
        <p:nvPicPr>
          <p:cNvPr id="35" name="그림 개체 틀 34"/>
          <p:cNvPicPr>
            <a:picLocks noGrp="1" noChangeAspect="1"/>
          </p:cNvPicPr>
          <p:nvPr>
            <p:ph type="pic" sz="quarter" idx="2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084" b="29084"/>
          <a:stretch>
            <a:fillRect/>
          </a:stretch>
        </p:blipFill>
        <p:spPr/>
      </p:pic>
      <p:pic>
        <p:nvPicPr>
          <p:cNvPr id="37" name="그림 개체 틀 36"/>
          <p:cNvPicPr>
            <a:picLocks noGrp="1" noChangeAspect="1"/>
          </p:cNvPicPr>
          <p:nvPr>
            <p:ph type="pic" sz="quarter" idx="2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100" b="29100"/>
          <a:stretch>
            <a:fillRect/>
          </a:stretch>
        </p:blipFill>
        <p:spPr>
          <a:xfrm>
            <a:off x="966260" y="3067049"/>
            <a:ext cx="3862914" cy="2154061"/>
          </a:xfrm>
        </p:spPr>
      </p:pic>
    </p:spTree>
    <p:extLst>
      <p:ext uri="{BB962C8B-B14F-4D97-AF65-F5344CB8AC3E}">
        <p14:creationId xmlns:p14="http://schemas.microsoft.com/office/powerpoint/2010/main" val="34075283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개체 틀 4"/>
          <p:cNvPicPr>
            <a:picLocks noGrp="1" noChangeAspect="1"/>
          </p:cNvPicPr>
          <p:nvPr>
            <p:ph type="pic" sz="quarter" idx="2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195" b="25195"/>
          <a:stretch>
            <a:fillRect/>
          </a:stretch>
        </p:blipFill>
        <p:spPr/>
      </p:pic>
      <p:sp>
        <p:nvSpPr>
          <p:cNvPr id="17" name="직사각형 16">
            <a:extLst>
              <a:ext uri="{FF2B5EF4-FFF2-40B4-BE49-F238E27FC236}">
                <a16:creationId xmlns:a16="http://schemas.microsoft.com/office/drawing/2014/main" id="{07BBF2AE-3F71-504B-BD5E-2CBF6483E9AF}"/>
              </a:ext>
            </a:extLst>
          </p:cNvPr>
          <p:cNvSpPr/>
          <p:nvPr/>
        </p:nvSpPr>
        <p:spPr>
          <a:xfrm>
            <a:off x="0" y="1"/>
            <a:ext cx="12192000" cy="3125265"/>
          </a:xfrm>
          <a:prstGeom prst="rect">
            <a:avLst/>
          </a:prstGeom>
          <a:solidFill>
            <a:srgbClr val="302F2F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x-none" altLang="en-US"/>
          </a:p>
        </p:txBody>
      </p:sp>
      <p:cxnSp>
        <p:nvCxnSpPr>
          <p:cNvPr id="6" name="직선 연결선[R] 5">
            <a:extLst>
              <a:ext uri="{FF2B5EF4-FFF2-40B4-BE49-F238E27FC236}">
                <a16:creationId xmlns:a16="http://schemas.microsoft.com/office/drawing/2014/main" id="{5AC536D0-A59E-684A-8C9C-87C7DA8AFF14}"/>
              </a:ext>
            </a:extLst>
          </p:cNvPr>
          <p:cNvCxnSpPr>
            <a:cxnSpLocks/>
          </p:cNvCxnSpPr>
          <p:nvPr/>
        </p:nvCxnSpPr>
        <p:spPr>
          <a:xfrm>
            <a:off x="6096000" y="759618"/>
            <a:ext cx="0" cy="1606031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그룹 1"/>
          <p:cNvGrpSpPr/>
          <p:nvPr/>
        </p:nvGrpSpPr>
        <p:grpSpPr>
          <a:xfrm>
            <a:off x="897217" y="993100"/>
            <a:ext cx="4960657" cy="1139067"/>
            <a:chOff x="897218" y="1175225"/>
            <a:chExt cx="3476210" cy="1139067"/>
          </a:xfrm>
        </p:grpSpPr>
        <p:sp>
          <p:nvSpPr>
            <p:cNvPr id="12" name="TextBox 11"/>
            <p:cNvSpPr txBox="1"/>
            <p:nvPr/>
          </p:nvSpPr>
          <p:spPr>
            <a:xfrm>
              <a:off x="897218" y="1483295"/>
              <a:ext cx="3476210" cy="83099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kumimoji="1" lang="ko-KR" altLang="en-US" sz="4800" dirty="0">
                  <a:solidFill>
                    <a:schemeClr val="bg1"/>
                  </a:solidFill>
                  <a:latin typeface="페이퍼로지 7 Bold" pitchFamily="2" charset="-127"/>
                  <a:ea typeface="페이퍼로지 7 Bold" pitchFamily="2" charset="-127"/>
                </a:rPr>
                <a:t>한국시공사례내역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938627" y="1175225"/>
              <a:ext cx="2509423" cy="4001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kumimoji="1" lang="en-US" altLang="ko-KR" sz="2000" dirty="0">
                  <a:solidFill>
                    <a:srgbClr val="FF9933"/>
                  </a:solidFill>
                  <a:latin typeface="페이퍼로지 5 Medium" pitchFamily="2" charset="-127"/>
                  <a:ea typeface="페이퍼로지 5 Medium" pitchFamily="2" charset="-127"/>
                </a:rPr>
                <a:t>K1 </a:t>
              </a:r>
              <a:r>
                <a:rPr kumimoji="1" lang="ko-KR" altLang="en-US" sz="2000" dirty="0">
                  <a:solidFill>
                    <a:srgbClr val="FF9933"/>
                  </a:solidFill>
                  <a:latin typeface="페이퍼로지 5 Medium" pitchFamily="2" charset="-127"/>
                  <a:ea typeface="페이퍼로지 5 Medium" pitchFamily="2" charset="-127"/>
                </a:rPr>
                <a:t>특수 </a:t>
              </a:r>
              <a:r>
                <a:rPr kumimoji="1" lang="ko-KR" altLang="en-US" sz="2000" dirty="0" err="1">
                  <a:solidFill>
                    <a:srgbClr val="FF9933"/>
                  </a:solidFill>
                  <a:latin typeface="페이퍼로지 5 Medium" pitchFamily="2" charset="-127"/>
                  <a:ea typeface="페이퍼로지 5 Medium" pitchFamily="2" charset="-127"/>
                </a:rPr>
                <a:t>초강력</a:t>
              </a:r>
              <a:r>
                <a:rPr kumimoji="1" lang="ko-KR" altLang="en-US" sz="2000" dirty="0">
                  <a:solidFill>
                    <a:srgbClr val="FF9933"/>
                  </a:solidFill>
                  <a:latin typeface="페이퍼로지 5 Medium" pitchFamily="2" charset="-127"/>
                  <a:ea typeface="페이퍼로지 5 Medium" pitchFamily="2" charset="-127"/>
                </a:rPr>
                <a:t> 방수제</a:t>
              </a:r>
            </a:p>
          </p:txBody>
        </p:sp>
      </p:grpSp>
      <p:sp>
        <p:nvSpPr>
          <p:cNvPr id="15" name="TextBox 14"/>
          <p:cNvSpPr txBox="1"/>
          <p:nvPr/>
        </p:nvSpPr>
        <p:spPr>
          <a:xfrm>
            <a:off x="6815107" y="1054802"/>
            <a:ext cx="4367243" cy="1015663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kumimoji="1" lang="en-US" altLang="ko-KR" sz="2000" dirty="0">
                <a:solidFill>
                  <a:schemeClr val="bg1"/>
                </a:solidFill>
                <a:latin typeface="페이퍼로지 5 Medium" pitchFamily="2" charset="-127"/>
                <a:ea typeface="페이퍼로지 5 Medium" pitchFamily="2" charset="-127"/>
              </a:rPr>
              <a:t>OCI, </a:t>
            </a:r>
            <a:r>
              <a:rPr kumimoji="1" lang="ko-KR" altLang="en-US" sz="2000" dirty="0">
                <a:solidFill>
                  <a:schemeClr val="bg1"/>
                </a:solidFill>
                <a:latin typeface="페이퍼로지 5 Medium" pitchFamily="2" charset="-127"/>
                <a:ea typeface="페이퍼로지 5 Medium" pitchFamily="2" charset="-127"/>
              </a:rPr>
              <a:t>군장에너지</a:t>
            </a:r>
            <a:r>
              <a:rPr kumimoji="1" lang="en-US" altLang="ko-KR" sz="2000" dirty="0">
                <a:solidFill>
                  <a:schemeClr val="bg1"/>
                </a:solidFill>
                <a:latin typeface="페이퍼로지 5 Medium" pitchFamily="2" charset="-127"/>
                <a:ea typeface="페이퍼로지 5 Medium" pitchFamily="2" charset="-127"/>
              </a:rPr>
              <a:t>, </a:t>
            </a:r>
          </a:p>
          <a:p>
            <a:r>
              <a:rPr kumimoji="1" lang="ko-KR" altLang="en-US" sz="2000" dirty="0" err="1">
                <a:solidFill>
                  <a:schemeClr val="bg1"/>
                </a:solidFill>
                <a:latin typeface="페이퍼로지 5 Medium" pitchFamily="2" charset="-127"/>
                <a:ea typeface="페이퍼로지 5 Medium" pitchFamily="2" charset="-127"/>
              </a:rPr>
              <a:t>새만금</a:t>
            </a:r>
            <a:r>
              <a:rPr kumimoji="1" lang="ko-KR" altLang="en-US" sz="2000" dirty="0">
                <a:solidFill>
                  <a:schemeClr val="bg1"/>
                </a:solidFill>
                <a:latin typeface="페이퍼로지 5 Medium" pitchFamily="2" charset="-127"/>
                <a:ea typeface="페이퍼로지 5 Medium" pitchFamily="2" charset="-127"/>
              </a:rPr>
              <a:t> 그룹</a:t>
            </a:r>
            <a:r>
              <a:rPr kumimoji="1" lang="en-US" altLang="ko-KR" sz="2000" dirty="0">
                <a:solidFill>
                  <a:schemeClr val="bg1"/>
                </a:solidFill>
                <a:latin typeface="페이퍼로지 5 Medium" pitchFamily="2" charset="-127"/>
                <a:ea typeface="페이퍼로지 5 Medium" pitchFamily="2" charset="-127"/>
              </a:rPr>
              <a:t>, LG</a:t>
            </a:r>
            <a:r>
              <a:rPr kumimoji="1" lang="ko-KR" altLang="en-US" sz="2000" dirty="0">
                <a:solidFill>
                  <a:schemeClr val="bg1"/>
                </a:solidFill>
                <a:latin typeface="페이퍼로지 5 Medium" pitchFamily="2" charset="-127"/>
                <a:ea typeface="페이퍼로지 5 Medium" pitchFamily="2" charset="-127"/>
              </a:rPr>
              <a:t>디스플레이</a:t>
            </a:r>
            <a:r>
              <a:rPr kumimoji="1" lang="en-US" altLang="ko-KR" sz="2000" dirty="0">
                <a:solidFill>
                  <a:schemeClr val="bg1"/>
                </a:solidFill>
                <a:latin typeface="페이퍼로지 5 Medium" pitchFamily="2" charset="-127"/>
                <a:ea typeface="페이퍼로지 5 Medium" pitchFamily="2" charset="-127"/>
              </a:rPr>
              <a:t>(</a:t>
            </a:r>
            <a:r>
              <a:rPr kumimoji="1" lang="ko-KR" altLang="en-US" sz="2000" dirty="0">
                <a:solidFill>
                  <a:schemeClr val="bg1"/>
                </a:solidFill>
                <a:latin typeface="페이퍼로지 5 Medium" pitchFamily="2" charset="-127"/>
                <a:ea typeface="페이퍼로지 5 Medium" pitchFamily="2" charset="-127"/>
              </a:rPr>
              <a:t>파주</a:t>
            </a:r>
            <a:r>
              <a:rPr kumimoji="1" lang="en-US" altLang="ko-KR" sz="2000" dirty="0">
                <a:solidFill>
                  <a:schemeClr val="bg1"/>
                </a:solidFill>
                <a:latin typeface="페이퍼로지 5 Medium" pitchFamily="2" charset="-127"/>
                <a:ea typeface="페이퍼로지 5 Medium" pitchFamily="2" charset="-127"/>
              </a:rPr>
              <a:t>), </a:t>
            </a:r>
          </a:p>
          <a:p>
            <a:r>
              <a:rPr kumimoji="1" lang="ko-KR" altLang="en-US" sz="2000" dirty="0">
                <a:solidFill>
                  <a:schemeClr val="bg1"/>
                </a:solidFill>
                <a:latin typeface="페이퍼로지 5 Medium" pitchFamily="2" charset="-127"/>
                <a:ea typeface="페이퍼로지 5 Medium" pitchFamily="2" charset="-127"/>
              </a:rPr>
              <a:t>영광 원자력 발전소</a:t>
            </a:r>
            <a:r>
              <a:rPr kumimoji="1" lang="en-US" altLang="ko-KR" sz="2000" dirty="0">
                <a:solidFill>
                  <a:schemeClr val="bg1"/>
                </a:solidFill>
                <a:latin typeface="페이퍼로지 5 Medium" pitchFamily="2" charset="-127"/>
                <a:ea typeface="페이퍼로지 5 Medium" pitchFamily="2" charset="-127"/>
              </a:rPr>
              <a:t>, </a:t>
            </a:r>
            <a:r>
              <a:rPr kumimoji="1" lang="ko-KR" altLang="en-US" sz="2000" dirty="0">
                <a:solidFill>
                  <a:schemeClr val="bg1"/>
                </a:solidFill>
                <a:latin typeface="페이퍼로지 5 Medium" pitchFamily="2" charset="-127"/>
                <a:ea typeface="페이퍼로지 5 Medium" pitchFamily="2" charset="-127"/>
              </a:rPr>
              <a:t>해원 </a:t>
            </a:r>
            <a:r>
              <a:rPr kumimoji="1" lang="ko-KR" altLang="en-US" sz="2000" dirty="0" err="1">
                <a:solidFill>
                  <a:schemeClr val="bg1"/>
                </a:solidFill>
                <a:latin typeface="페이퍼로지 5 Medium" pitchFamily="2" charset="-127"/>
                <a:ea typeface="페이퍼로지 5 Medium" pitchFamily="2" charset="-127"/>
              </a:rPr>
              <a:t>워터파크</a:t>
            </a:r>
            <a:endParaRPr kumimoji="1" lang="ko-KR" altLang="en-US" sz="2000" dirty="0">
              <a:solidFill>
                <a:schemeClr val="bg1"/>
              </a:solidFill>
              <a:latin typeface="페이퍼로지 5 Medium" pitchFamily="2" charset="-127"/>
              <a:ea typeface="페이퍼로지 5 Medium" pitchFamily="2" charset="-127"/>
            </a:endParaRPr>
          </a:p>
        </p:txBody>
      </p:sp>
      <p:pic>
        <p:nvPicPr>
          <p:cNvPr id="78" name="그림 개체 틀 77"/>
          <p:cNvPicPr>
            <a:picLocks noGrp="1" noChangeAspect="1"/>
          </p:cNvPicPr>
          <p:nvPr>
            <p:ph type="pic" sz="quarter" idx="2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255" r="11255"/>
          <a:stretch>
            <a:fillRect/>
          </a:stretch>
        </p:blipFill>
        <p:spPr>
          <a:xfrm>
            <a:off x="8162925" y="3125788"/>
            <a:ext cx="4029075" cy="1865312"/>
          </a:xfrm>
        </p:spPr>
      </p:pic>
      <p:pic>
        <p:nvPicPr>
          <p:cNvPr id="76" name="그림 개체 틀 75"/>
          <p:cNvPicPr>
            <a:picLocks noGrp="1" noChangeAspect="1"/>
          </p:cNvPicPr>
          <p:nvPr>
            <p:ph type="pic" sz="quarter" idx="22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549" b="17549"/>
          <a:stretch>
            <a:fillRect/>
          </a:stretch>
        </p:blipFill>
        <p:spPr>
          <a:xfrm>
            <a:off x="0" y="3125788"/>
            <a:ext cx="4076700" cy="1865312"/>
          </a:xfrm>
        </p:spPr>
      </p:pic>
      <p:pic>
        <p:nvPicPr>
          <p:cNvPr id="80" name="그림 개체 틀 79"/>
          <p:cNvPicPr>
            <a:picLocks noGrp="1" noChangeAspect="1"/>
          </p:cNvPicPr>
          <p:nvPr>
            <p:ph type="pic" sz="quarter" idx="22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98" b="1898"/>
          <a:stretch>
            <a:fillRect/>
          </a:stretch>
        </p:blipFill>
        <p:spPr>
          <a:xfrm>
            <a:off x="4076700" y="4991100"/>
            <a:ext cx="4086225" cy="1866900"/>
          </a:xfrm>
        </p:spPr>
      </p:pic>
      <p:pic>
        <p:nvPicPr>
          <p:cNvPr id="81" name="그림 개체 틀 80"/>
          <p:cNvPicPr>
            <a:picLocks noGrp="1" noChangeAspect="1"/>
          </p:cNvPicPr>
          <p:nvPr>
            <p:ph type="pic" sz="quarter" idx="22"/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110" b="19110"/>
          <a:stretch>
            <a:fillRect/>
          </a:stretch>
        </p:blipFill>
        <p:spPr>
          <a:xfrm>
            <a:off x="8162925" y="4991100"/>
            <a:ext cx="4029075" cy="1866900"/>
          </a:xfrm>
        </p:spPr>
      </p:pic>
      <p:pic>
        <p:nvPicPr>
          <p:cNvPr id="79" name="그림 개체 틀 78"/>
          <p:cNvPicPr>
            <a:picLocks noGrp="1" noChangeAspect="1"/>
          </p:cNvPicPr>
          <p:nvPr>
            <p:ph type="pic" sz="quarter" idx="22"/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040" b="10040"/>
          <a:stretch>
            <a:fillRect/>
          </a:stretch>
        </p:blipFill>
        <p:spPr>
          <a:xfrm>
            <a:off x="0" y="4991100"/>
            <a:ext cx="4076700" cy="1866900"/>
          </a:xfrm>
        </p:spPr>
      </p:pic>
      <p:pic>
        <p:nvPicPr>
          <p:cNvPr id="84" name="그림 개체 틀 83"/>
          <p:cNvPicPr>
            <a:picLocks noGrp="1" noChangeAspect="1"/>
          </p:cNvPicPr>
          <p:nvPr>
            <p:ph type="pic" sz="quarter" idx="22"/>
          </p:nvPr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914" b="12914"/>
          <a:stretch>
            <a:fillRect/>
          </a:stretch>
        </p:blipFill>
        <p:spPr>
          <a:xfrm>
            <a:off x="4076700" y="3106738"/>
            <a:ext cx="4086225" cy="1884362"/>
          </a:xfrm>
        </p:spPr>
      </p:pic>
    </p:spTree>
    <p:extLst>
      <p:ext uri="{BB962C8B-B14F-4D97-AF65-F5344CB8AC3E}">
        <p14:creationId xmlns:p14="http://schemas.microsoft.com/office/powerpoint/2010/main" val="41451537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개체 틀 4"/>
          <p:cNvPicPr>
            <a:picLocks noGrp="1" noChangeAspect="1"/>
          </p:cNvPicPr>
          <p:nvPr>
            <p:ph type="pic" sz="quarter" idx="2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195" b="25195"/>
          <a:stretch>
            <a:fillRect/>
          </a:stretch>
        </p:blipFill>
        <p:spPr/>
      </p:pic>
      <p:sp>
        <p:nvSpPr>
          <p:cNvPr id="17" name="직사각형 16">
            <a:extLst>
              <a:ext uri="{FF2B5EF4-FFF2-40B4-BE49-F238E27FC236}">
                <a16:creationId xmlns:a16="http://schemas.microsoft.com/office/drawing/2014/main" id="{07BBF2AE-3F71-504B-BD5E-2CBF6483E9AF}"/>
              </a:ext>
            </a:extLst>
          </p:cNvPr>
          <p:cNvSpPr/>
          <p:nvPr/>
        </p:nvSpPr>
        <p:spPr>
          <a:xfrm>
            <a:off x="0" y="1"/>
            <a:ext cx="12192000" cy="3125265"/>
          </a:xfrm>
          <a:prstGeom prst="rect">
            <a:avLst/>
          </a:prstGeom>
          <a:solidFill>
            <a:srgbClr val="302F2F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x-none" altLang="en-US"/>
          </a:p>
        </p:txBody>
      </p:sp>
      <p:cxnSp>
        <p:nvCxnSpPr>
          <p:cNvPr id="6" name="직선 연결선[R] 5">
            <a:extLst>
              <a:ext uri="{FF2B5EF4-FFF2-40B4-BE49-F238E27FC236}">
                <a16:creationId xmlns:a16="http://schemas.microsoft.com/office/drawing/2014/main" id="{5AC536D0-A59E-684A-8C9C-87C7DA8AFF14}"/>
              </a:ext>
            </a:extLst>
          </p:cNvPr>
          <p:cNvCxnSpPr>
            <a:cxnSpLocks/>
          </p:cNvCxnSpPr>
          <p:nvPr/>
        </p:nvCxnSpPr>
        <p:spPr>
          <a:xfrm>
            <a:off x="6096000" y="759618"/>
            <a:ext cx="0" cy="1606031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그룹 1"/>
          <p:cNvGrpSpPr/>
          <p:nvPr/>
        </p:nvGrpSpPr>
        <p:grpSpPr>
          <a:xfrm>
            <a:off x="897217" y="993100"/>
            <a:ext cx="4960657" cy="1139067"/>
            <a:chOff x="897218" y="1175225"/>
            <a:chExt cx="3476210" cy="1139067"/>
          </a:xfrm>
        </p:grpSpPr>
        <p:sp>
          <p:nvSpPr>
            <p:cNvPr id="12" name="TextBox 11"/>
            <p:cNvSpPr txBox="1"/>
            <p:nvPr/>
          </p:nvSpPr>
          <p:spPr>
            <a:xfrm>
              <a:off x="897218" y="1483295"/>
              <a:ext cx="3476210" cy="83099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kumimoji="1" lang="ko-KR" altLang="en-US" sz="4800" dirty="0">
                  <a:solidFill>
                    <a:schemeClr val="bg1"/>
                  </a:solidFill>
                  <a:latin typeface="페이퍼로지 7 Bold" pitchFamily="2" charset="-127"/>
                  <a:ea typeface="페이퍼로지 7 Bold" pitchFamily="2" charset="-127"/>
                </a:rPr>
                <a:t>한국시공사례내역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938627" y="1175225"/>
              <a:ext cx="2509423" cy="4001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kumimoji="1" lang="en-US" altLang="ko-KR" sz="2000" dirty="0">
                  <a:solidFill>
                    <a:srgbClr val="FF9933"/>
                  </a:solidFill>
                  <a:latin typeface="페이퍼로지 5 Medium" pitchFamily="2" charset="-127"/>
                  <a:ea typeface="페이퍼로지 5 Medium" pitchFamily="2" charset="-127"/>
                </a:rPr>
                <a:t>K1 </a:t>
              </a:r>
              <a:r>
                <a:rPr kumimoji="1" lang="ko-KR" altLang="en-US" sz="2000" dirty="0">
                  <a:solidFill>
                    <a:srgbClr val="FF9933"/>
                  </a:solidFill>
                  <a:latin typeface="페이퍼로지 5 Medium" pitchFamily="2" charset="-127"/>
                  <a:ea typeface="페이퍼로지 5 Medium" pitchFamily="2" charset="-127"/>
                </a:rPr>
                <a:t>특수 </a:t>
              </a:r>
              <a:r>
                <a:rPr kumimoji="1" lang="ko-KR" altLang="en-US" sz="2000" dirty="0" err="1">
                  <a:solidFill>
                    <a:srgbClr val="FF9933"/>
                  </a:solidFill>
                  <a:latin typeface="페이퍼로지 5 Medium" pitchFamily="2" charset="-127"/>
                  <a:ea typeface="페이퍼로지 5 Medium" pitchFamily="2" charset="-127"/>
                </a:rPr>
                <a:t>초강력</a:t>
              </a:r>
              <a:r>
                <a:rPr kumimoji="1" lang="ko-KR" altLang="en-US" sz="2000" dirty="0">
                  <a:solidFill>
                    <a:srgbClr val="FF9933"/>
                  </a:solidFill>
                  <a:latin typeface="페이퍼로지 5 Medium" pitchFamily="2" charset="-127"/>
                  <a:ea typeface="페이퍼로지 5 Medium" pitchFamily="2" charset="-127"/>
                </a:rPr>
                <a:t> 방수제</a:t>
              </a:r>
            </a:p>
          </p:txBody>
        </p:sp>
      </p:grpSp>
      <p:sp>
        <p:nvSpPr>
          <p:cNvPr id="15" name="TextBox 14"/>
          <p:cNvSpPr txBox="1"/>
          <p:nvPr/>
        </p:nvSpPr>
        <p:spPr>
          <a:xfrm>
            <a:off x="6815107" y="1054802"/>
            <a:ext cx="4367243" cy="1015663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kumimoji="1" lang="ko-KR" altLang="en-US" sz="2000" dirty="0">
                <a:solidFill>
                  <a:schemeClr val="bg1"/>
                </a:solidFill>
                <a:latin typeface="페이퍼로지 5 Medium" pitchFamily="2" charset="-127"/>
                <a:ea typeface="페이퍼로지 5 Medium" pitchFamily="2" charset="-127"/>
              </a:rPr>
              <a:t>다산 한강 르네상스</a:t>
            </a:r>
            <a:r>
              <a:rPr kumimoji="1" lang="en-US" altLang="ko-KR" sz="2000" dirty="0">
                <a:solidFill>
                  <a:schemeClr val="bg1"/>
                </a:solidFill>
                <a:latin typeface="페이퍼로지 5 Medium" pitchFamily="2" charset="-127"/>
                <a:ea typeface="페이퍼로지 5 Medium" pitchFamily="2" charset="-127"/>
              </a:rPr>
              <a:t>, </a:t>
            </a:r>
            <a:r>
              <a:rPr kumimoji="1" lang="ko-KR" altLang="en-US" sz="2000" dirty="0" err="1">
                <a:solidFill>
                  <a:schemeClr val="bg1"/>
                </a:solidFill>
                <a:latin typeface="페이퍼로지 5 Medium" pitchFamily="2" charset="-127"/>
                <a:ea typeface="페이퍼로지 5 Medium" pitchFamily="2" charset="-127"/>
              </a:rPr>
              <a:t>새터롤공원</a:t>
            </a:r>
            <a:r>
              <a:rPr kumimoji="1" lang="ko-KR" altLang="en-US" sz="2000" dirty="0">
                <a:solidFill>
                  <a:schemeClr val="bg1"/>
                </a:solidFill>
                <a:latin typeface="페이퍼로지 5 Medium" pitchFamily="2" charset="-127"/>
                <a:ea typeface="페이퍼로지 5 Medium" pitchFamily="2" charset="-127"/>
              </a:rPr>
              <a:t> </a:t>
            </a:r>
            <a:r>
              <a:rPr kumimoji="1" lang="en-US" altLang="ko-KR" sz="2000" dirty="0">
                <a:solidFill>
                  <a:schemeClr val="bg1"/>
                </a:solidFill>
                <a:latin typeface="페이퍼로지 5 Medium" pitchFamily="2" charset="-127"/>
                <a:ea typeface="페이퍼로지 5 Medium" pitchFamily="2" charset="-127"/>
              </a:rPr>
              <a:t>(</a:t>
            </a:r>
            <a:r>
              <a:rPr kumimoji="1" lang="ko-KR" altLang="en-US" sz="2000" dirty="0">
                <a:solidFill>
                  <a:schemeClr val="bg1"/>
                </a:solidFill>
                <a:latin typeface="페이퍼로지 5 Medium" pitchFamily="2" charset="-127"/>
                <a:ea typeface="페이퍼로지 5 Medium" pitchFamily="2" charset="-127"/>
              </a:rPr>
              <a:t>익산</a:t>
            </a:r>
            <a:r>
              <a:rPr kumimoji="1" lang="en-US" altLang="ko-KR" sz="2000" dirty="0">
                <a:solidFill>
                  <a:schemeClr val="bg1"/>
                </a:solidFill>
                <a:latin typeface="페이퍼로지 5 Medium" pitchFamily="2" charset="-127"/>
                <a:ea typeface="페이퍼로지 5 Medium" pitchFamily="2" charset="-127"/>
              </a:rPr>
              <a:t>)</a:t>
            </a:r>
          </a:p>
          <a:p>
            <a:r>
              <a:rPr kumimoji="1" lang="ko-KR" altLang="en-US" sz="2000" dirty="0">
                <a:solidFill>
                  <a:schemeClr val="bg1"/>
                </a:solidFill>
                <a:latin typeface="페이퍼로지 5 Medium" pitchFamily="2" charset="-127"/>
                <a:ea typeface="페이퍼로지 5 Medium" pitchFamily="2" charset="-127"/>
              </a:rPr>
              <a:t>청주 기술 경찰청</a:t>
            </a:r>
            <a:r>
              <a:rPr kumimoji="1" lang="en-US" altLang="ko-KR" sz="2000" dirty="0">
                <a:solidFill>
                  <a:schemeClr val="bg1"/>
                </a:solidFill>
                <a:latin typeface="페이퍼로지 5 Medium" pitchFamily="2" charset="-127"/>
                <a:ea typeface="페이퍼로지 5 Medium" pitchFamily="2" charset="-127"/>
              </a:rPr>
              <a:t>, </a:t>
            </a:r>
            <a:r>
              <a:rPr kumimoji="1" lang="ko-KR" altLang="en-US" sz="2000" dirty="0">
                <a:solidFill>
                  <a:schemeClr val="bg1"/>
                </a:solidFill>
                <a:latin typeface="페이퍼로지 5 Medium" pitchFamily="2" charset="-127"/>
                <a:ea typeface="페이퍼로지 5 Medium" pitchFamily="2" charset="-127"/>
              </a:rPr>
              <a:t>신창 부영 </a:t>
            </a:r>
            <a:r>
              <a:rPr kumimoji="1" lang="en-US" altLang="ko-KR" sz="2000" dirty="0">
                <a:solidFill>
                  <a:schemeClr val="bg1"/>
                </a:solidFill>
                <a:latin typeface="페이퍼로지 5 Medium" pitchFamily="2" charset="-127"/>
                <a:ea typeface="페이퍼로지 5 Medium" pitchFamily="2" charset="-127"/>
              </a:rPr>
              <a:t>2</a:t>
            </a:r>
            <a:r>
              <a:rPr kumimoji="1" lang="ko-KR" altLang="en-US" sz="2000" dirty="0">
                <a:solidFill>
                  <a:schemeClr val="bg1"/>
                </a:solidFill>
                <a:latin typeface="페이퍼로지 5 Medium" pitchFamily="2" charset="-127"/>
                <a:ea typeface="페이퍼로지 5 Medium" pitchFamily="2" charset="-127"/>
              </a:rPr>
              <a:t>차</a:t>
            </a:r>
            <a:endParaRPr kumimoji="1" lang="en-US" altLang="ko-KR" sz="2000" dirty="0">
              <a:solidFill>
                <a:schemeClr val="bg1"/>
              </a:solidFill>
              <a:latin typeface="페이퍼로지 5 Medium" pitchFamily="2" charset="-127"/>
              <a:ea typeface="페이퍼로지 5 Medium" pitchFamily="2" charset="-127"/>
            </a:endParaRPr>
          </a:p>
          <a:p>
            <a:r>
              <a:rPr kumimoji="1" lang="ko-KR" altLang="en-US" sz="2000" dirty="0" err="1">
                <a:solidFill>
                  <a:schemeClr val="bg1"/>
                </a:solidFill>
                <a:latin typeface="페이퍼로지 5 Medium" pitchFamily="2" charset="-127"/>
                <a:ea typeface="페이퍼로지 5 Medium" pitchFamily="2" charset="-127"/>
              </a:rPr>
              <a:t>천동</a:t>
            </a:r>
            <a:r>
              <a:rPr kumimoji="1" lang="ko-KR" altLang="en-US" sz="2000" dirty="0">
                <a:solidFill>
                  <a:schemeClr val="bg1"/>
                </a:solidFill>
                <a:latin typeface="페이퍼로지 5 Medium" pitchFamily="2" charset="-127"/>
                <a:ea typeface="페이퍼로지 5 Medium" pitchFamily="2" charset="-127"/>
              </a:rPr>
              <a:t> </a:t>
            </a:r>
            <a:r>
              <a:rPr kumimoji="1" lang="ko-KR" altLang="en-US" sz="2000" dirty="0" err="1">
                <a:solidFill>
                  <a:schemeClr val="bg1"/>
                </a:solidFill>
                <a:latin typeface="페이퍼로지 5 Medium" pitchFamily="2" charset="-127"/>
                <a:ea typeface="페이퍼로지 5 Medium" pitchFamily="2" charset="-127"/>
              </a:rPr>
              <a:t>변시아</a:t>
            </a:r>
            <a:r>
              <a:rPr kumimoji="1" lang="en-US" altLang="ko-KR" sz="2000" dirty="0">
                <a:solidFill>
                  <a:schemeClr val="bg1"/>
                </a:solidFill>
                <a:latin typeface="페이퍼로지 5 Medium" pitchFamily="2" charset="-127"/>
                <a:ea typeface="페이퍼로지 5 Medium" pitchFamily="2" charset="-127"/>
              </a:rPr>
              <a:t>, </a:t>
            </a:r>
            <a:r>
              <a:rPr kumimoji="1" lang="ko-KR" altLang="en-US" sz="2000" dirty="0">
                <a:solidFill>
                  <a:schemeClr val="bg1"/>
                </a:solidFill>
                <a:latin typeface="페이퍼로지 5 Medium" pitchFamily="2" charset="-127"/>
                <a:ea typeface="페이퍼로지 5 Medium" pitchFamily="2" charset="-127"/>
              </a:rPr>
              <a:t>제주 대유대림</a:t>
            </a:r>
          </a:p>
        </p:txBody>
      </p:sp>
      <p:pic>
        <p:nvPicPr>
          <p:cNvPr id="19" name="그림 개체 틀 18"/>
          <p:cNvPicPr>
            <a:picLocks noGrp="1" noChangeAspect="1"/>
          </p:cNvPicPr>
          <p:nvPr>
            <p:ph type="pic" sz="quarter" idx="2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656" b="16656"/>
          <a:stretch>
            <a:fillRect/>
          </a:stretch>
        </p:blipFill>
        <p:spPr>
          <a:xfrm>
            <a:off x="0" y="3106738"/>
            <a:ext cx="4076700" cy="1884362"/>
          </a:xfrm>
        </p:spPr>
      </p:pic>
      <p:pic>
        <p:nvPicPr>
          <p:cNvPr id="21" name="그림 개체 틀 20"/>
          <p:cNvPicPr>
            <a:picLocks noGrp="1" noChangeAspect="1"/>
          </p:cNvPicPr>
          <p:nvPr>
            <p:ph type="pic" sz="quarter" idx="22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246" b="15246"/>
          <a:stretch>
            <a:fillRect/>
          </a:stretch>
        </p:blipFill>
        <p:spPr>
          <a:xfrm>
            <a:off x="4057650" y="3106738"/>
            <a:ext cx="4076700" cy="1884362"/>
          </a:xfrm>
        </p:spPr>
      </p:pic>
      <p:pic>
        <p:nvPicPr>
          <p:cNvPr id="22" name="그림 개체 틀 21"/>
          <p:cNvPicPr>
            <a:picLocks noGrp="1" noChangeAspect="1"/>
          </p:cNvPicPr>
          <p:nvPr>
            <p:ph type="pic" sz="quarter" idx="22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33" b="15333"/>
          <a:stretch>
            <a:fillRect/>
          </a:stretch>
        </p:blipFill>
        <p:spPr>
          <a:xfrm>
            <a:off x="8115300" y="3106738"/>
            <a:ext cx="4076700" cy="1884362"/>
          </a:xfrm>
        </p:spPr>
      </p:pic>
      <p:pic>
        <p:nvPicPr>
          <p:cNvPr id="23" name="그림 개체 틀 22"/>
          <p:cNvPicPr>
            <a:picLocks noGrp="1" noChangeAspect="1"/>
          </p:cNvPicPr>
          <p:nvPr>
            <p:ph type="pic" sz="quarter" idx="22"/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991" b="17991"/>
          <a:stretch>
            <a:fillRect/>
          </a:stretch>
        </p:blipFill>
        <p:spPr>
          <a:xfrm>
            <a:off x="0" y="4973638"/>
            <a:ext cx="4076700" cy="1884362"/>
          </a:xfrm>
        </p:spPr>
      </p:pic>
      <p:pic>
        <p:nvPicPr>
          <p:cNvPr id="24" name="그림 개체 틀 23"/>
          <p:cNvPicPr>
            <a:picLocks noGrp="1" noChangeAspect="1"/>
          </p:cNvPicPr>
          <p:nvPr>
            <p:ph type="pic" sz="quarter" idx="22"/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185" b="19185"/>
          <a:stretch>
            <a:fillRect/>
          </a:stretch>
        </p:blipFill>
        <p:spPr>
          <a:xfrm>
            <a:off x="4057650" y="4973638"/>
            <a:ext cx="4076700" cy="1884362"/>
          </a:xfrm>
        </p:spPr>
      </p:pic>
      <p:pic>
        <p:nvPicPr>
          <p:cNvPr id="30" name="그림 개체 틀 29"/>
          <p:cNvPicPr>
            <a:picLocks noGrp="1" noChangeAspect="1"/>
          </p:cNvPicPr>
          <p:nvPr>
            <p:ph type="pic" sz="quarter" idx="22"/>
          </p:nvPr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691" b="18691"/>
          <a:stretch>
            <a:fillRect/>
          </a:stretch>
        </p:blipFill>
        <p:spPr>
          <a:xfrm>
            <a:off x="8115300" y="4973638"/>
            <a:ext cx="4076700" cy="1884362"/>
          </a:xfrm>
        </p:spPr>
      </p:pic>
    </p:spTree>
    <p:extLst>
      <p:ext uri="{BB962C8B-B14F-4D97-AF65-F5344CB8AC3E}">
        <p14:creationId xmlns:p14="http://schemas.microsoft.com/office/powerpoint/2010/main" val="29055902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개체 틀 4"/>
          <p:cNvPicPr>
            <a:picLocks noGrp="1" noChangeAspect="1"/>
          </p:cNvPicPr>
          <p:nvPr>
            <p:ph type="pic" sz="quarter" idx="2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195" b="25195"/>
          <a:stretch>
            <a:fillRect/>
          </a:stretch>
        </p:blipFill>
        <p:spPr/>
      </p:pic>
      <p:sp>
        <p:nvSpPr>
          <p:cNvPr id="17" name="직사각형 16">
            <a:extLst>
              <a:ext uri="{FF2B5EF4-FFF2-40B4-BE49-F238E27FC236}">
                <a16:creationId xmlns:a16="http://schemas.microsoft.com/office/drawing/2014/main" id="{07BBF2AE-3F71-504B-BD5E-2CBF6483E9AF}"/>
              </a:ext>
            </a:extLst>
          </p:cNvPr>
          <p:cNvSpPr/>
          <p:nvPr/>
        </p:nvSpPr>
        <p:spPr>
          <a:xfrm>
            <a:off x="0" y="1"/>
            <a:ext cx="12192000" cy="3125265"/>
          </a:xfrm>
          <a:prstGeom prst="rect">
            <a:avLst/>
          </a:prstGeom>
          <a:solidFill>
            <a:srgbClr val="302F2F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x-none" altLang="en-US"/>
          </a:p>
        </p:txBody>
      </p:sp>
      <p:cxnSp>
        <p:nvCxnSpPr>
          <p:cNvPr id="6" name="직선 연결선[R] 5">
            <a:extLst>
              <a:ext uri="{FF2B5EF4-FFF2-40B4-BE49-F238E27FC236}">
                <a16:creationId xmlns:a16="http://schemas.microsoft.com/office/drawing/2014/main" id="{5AC536D0-A59E-684A-8C9C-87C7DA8AFF14}"/>
              </a:ext>
            </a:extLst>
          </p:cNvPr>
          <p:cNvCxnSpPr>
            <a:cxnSpLocks/>
          </p:cNvCxnSpPr>
          <p:nvPr/>
        </p:nvCxnSpPr>
        <p:spPr>
          <a:xfrm>
            <a:off x="6096000" y="759618"/>
            <a:ext cx="0" cy="1606031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그룹 1"/>
          <p:cNvGrpSpPr/>
          <p:nvPr/>
        </p:nvGrpSpPr>
        <p:grpSpPr>
          <a:xfrm>
            <a:off x="897217" y="993100"/>
            <a:ext cx="4960657" cy="1077511"/>
            <a:chOff x="897218" y="1175225"/>
            <a:chExt cx="3476210" cy="1077511"/>
          </a:xfrm>
        </p:grpSpPr>
        <p:sp>
          <p:nvSpPr>
            <p:cNvPr id="12" name="TextBox 11"/>
            <p:cNvSpPr txBox="1"/>
            <p:nvPr/>
          </p:nvSpPr>
          <p:spPr>
            <a:xfrm>
              <a:off x="897218" y="1483295"/>
              <a:ext cx="3476210" cy="76944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kumimoji="1" lang="ko-KR" altLang="en-US" sz="4400" dirty="0">
                  <a:solidFill>
                    <a:schemeClr val="bg1"/>
                  </a:solidFill>
                  <a:latin typeface="페이퍼로지 7 Bold" pitchFamily="2" charset="-127"/>
                  <a:ea typeface="페이퍼로지 7 Bold" pitchFamily="2" charset="-127"/>
                </a:rPr>
                <a:t>베트남시공사례내역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938627" y="1175225"/>
              <a:ext cx="2509423" cy="4001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kumimoji="1" lang="en-US" altLang="ko-KR" sz="2000" dirty="0">
                  <a:solidFill>
                    <a:srgbClr val="FF9933"/>
                  </a:solidFill>
                  <a:latin typeface="페이퍼로지 5 Medium" pitchFamily="2" charset="-127"/>
                  <a:ea typeface="페이퍼로지 5 Medium" pitchFamily="2" charset="-127"/>
                </a:rPr>
                <a:t>K1 </a:t>
              </a:r>
              <a:r>
                <a:rPr kumimoji="1" lang="ko-KR" altLang="en-US" sz="2000" dirty="0">
                  <a:solidFill>
                    <a:srgbClr val="FF9933"/>
                  </a:solidFill>
                  <a:latin typeface="페이퍼로지 5 Medium" pitchFamily="2" charset="-127"/>
                  <a:ea typeface="페이퍼로지 5 Medium" pitchFamily="2" charset="-127"/>
                </a:rPr>
                <a:t>특수 </a:t>
              </a:r>
              <a:r>
                <a:rPr kumimoji="1" lang="ko-KR" altLang="en-US" sz="2000" dirty="0" err="1">
                  <a:solidFill>
                    <a:srgbClr val="FF9933"/>
                  </a:solidFill>
                  <a:latin typeface="페이퍼로지 5 Medium" pitchFamily="2" charset="-127"/>
                  <a:ea typeface="페이퍼로지 5 Medium" pitchFamily="2" charset="-127"/>
                </a:rPr>
                <a:t>초강력</a:t>
              </a:r>
              <a:r>
                <a:rPr kumimoji="1" lang="ko-KR" altLang="en-US" sz="2000" dirty="0">
                  <a:solidFill>
                    <a:srgbClr val="FF9933"/>
                  </a:solidFill>
                  <a:latin typeface="페이퍼로지 5 Medium" pitchFamily="2" charset="-127"/>
                  <a:ea typeface="페이퍼로지 5 Medium" pitchFamily="2" charset="-127"/>
                </a:rPr>
                <a:t> 방수제</a:t>
              </a:r>
            </a:p>
          </p:txBody>
        </p:sp>
      </p:grpSp>
      <p:sp>
        <p:nvSpPr>
          <p:cNvPr id="15" name="TextBox 14"/>
          <p:cNvSpPr txBox="1"/>
          <p:nvPr/>
        </p:nvSpPr>
        <p:spPr>
          <a:xfrm>
            <a:off x="6815106" y="1054802"/>
            <a:ext cx="4828809" cy="1015663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kumimoji="1" lang="ko-KR" altLang="en-US" sz="2000" b="1" dirty="0">
                <a:solidFill>
                  <a:schemeClr val="bg1"/>
                </a:solidFill>
                <a:latin typeface="페이퍼로지 4 Regular" charset="-127"/>
                <a:ea typeface="페이퍼로지 4 Regular" charset="-127"/>
              </a:rPr>
              <a:t> </a:t>
            </a:r>
            <a:r>
              <a:rPr kumimoji="1" lang="en-US" altLang="ko-KR" sz="2000" b="1" dirty="0">
                <a:solidFill>
                  <a:schemeClr val="bg1"/>
                </a:solidFill>
                <a:latin typeface="페이퍼로지 4 Regular" charset="-127"/>
                <a:ea typeface="페이퍼로지 4 Regular" charset="-127"/>
              </a:rPr>
              <a:t>Dream Tech 2</a:t>
            </a:r>
            <a:r>
              <a:rPr kumimoji="1" lang="ko-KR" altLang="en-US" sz="2000" b="1" dirty="0">
                <a:solidFill>
                  <a:schemeClr val="bg1"/>
                </a:solidFill>
                <a:latin typeface="페이퍼로지 4 Regular" charset="-127"/>
                <a:ea typeface="페이퍼로지 4 Regular" charset="-127"/>
              </a:rPr>
              <a:t>공장</a:t>
            </a:r>
            <a:r>
              <a:rPr kumimoji="1" lang="en-US" altLang="ko-KR" sz="2000" b="1" dirty="0">
                <a:solidFill>
                  <a:schemeClr val="bg1"/>
                </a:solidFill>
                <a:latin typeface="페이퍼로지 4 Regular" charset="-127"/>
                <a:ea typeface="페이퍼로지 4 Regular" charset="-127"/>
              </a:rPr>
              <a:t>,</a:t>
            </a:r>
            <a:r>
              <a:rPr kumimoji="1" lang="ko-KR" altLang="en-US" sz="2000" b="1" dirty="0">
                <a:solidFill>
                  <a:schemeClr val="bg1"/>
                </a:solidFill>
                <a:latin typeface="페이퍼로지 4 Regular" charset="-127"/>
                <a:ea typeface="페이퍼로지 4 Regular" charset="-127"/>
              </a:rPr>
              <a:t>  </a:t>
            </a:r>
            <a:r>
              <a:rPr kumimoji="1" lang="en-US" altLang="ko-KR" sz="2000" b="1" dirty="0">
                <a:solidFill>
                  <a:schemeClr val="bg1"/>
                </a:solidFill>
                <a:latin typeface="페이퍼로지 4 Regular" charset="-127"/>
                <a:ea typeface="페이퍼로지 4 Regular" charset="-127"/>
              </a:rPr>
              <a:t>CAP Global </a:t>
            </a:r>
          </a:p>
          <a:p>
            <a:r>
              <a:rPr kumimoji="1" lang="en-US" altLang="ko-KR" sz="2000" b="1" dirty="0">
                <a:solidFill>
                  <a:schemeClr val="bg1"/>
                </a:solidFill>
                <a:latin typeface="새굴림" panose="02030600000101010101" pitchFamily="18" charset="-127"/>
                <a:ea typeface="새굴림" panose="02030600000101010101" pitchFamily="18" charset="-127"/>
              </a:rPr>
              <a:t>(</a:t>
            </a:r>
            <a:r>
              <a:rPr kumimoji="1" lang="ko-KR" altLang="en-US" sz="2000" b="1" dirty="0">
                <a:solidFill>
                  <a:schemeClr val="bg1"/>
                </a:solidFill>
                <a:latin typeface="새굴림" panose="02030600000101010101" pitchFamily="18" charset="-127"/>
                <a:ea typeface="새굴림" panose="02030600000101010101" pitchFamily="18" charset="-127"/>
              </a:rPr>
              <a:t>주</a:t>
            </a:r>
            <a:r>
              <a:rPr kumimoji="1" lang="en-US" altLang="ko-KR" sz="2000" b="1" dirty="0">
                <a:solidFill>
                  <a:schemeClr val="bg1"/>
                </a:solidFill>
                <a:latin typeface="새굴림" panose="02030600000101010101" pitchFamily="18" charset="-127"/>
                <a:ea typeface="새굴림" panose="02030600000101010101" pitchFamily="18" charset="-127"/>
              </a:rPr>
              <a:t>)</a:t>
            </a:r>
            <a:r>
              <a:rPr kumimoji="1" lang="ko-KR" altLang="en-US" sz="2000" b="1" dirty="0">
                <a:solidFill>
                  <a:schemeClr val="bg1"/>
                </a:solidFill>
                <a:latin typeface="새굴림" panose="02030600000101010101" pitchFamily="18" charset="-127"/>
                <a:ea typeface="새굴림" panose="02030600000101010101" pitchFamily="18" charset="-127"/>
              </a:rPr>
              <a:t>백제갈비</a:t>
            </a:r>
            <a:r>
              <a:rPr kumimoji="1" lang="en-US" altLang="ko-KR" sz="2000" b="1" dirty="0">
                <a:solidFill>
                  <a:schemeClr val="bg1"/>
                </a:solidFill>
                <a:latin typeface="새굴림" panose="02030600000101010101" pitchFamily="18" charset="-127"/>
                <a:ea typeface="새굴림" panose="02030600000101010101" pitchFamily="18" charset="-127"/>
              </a:rPr>
              <a:t>, VINCOM Smart City</a:t>
            </a:r>
          </a:p>
          <a:p>
            <a:r>
              <a:rPr kumimoji="1" lang="ko-KR" altLang="en-US" sz="2000" b="1" dirty="0" err="1">
                <a:solidFill>
                  <a:schemeClr val="bg1"/>
                </a:solidFill>
                <a:latin typeface="새굴림" panose="02030600000101010101" pitchFamily="18" charset="-127"/>
                <a:ea typeface="새굴림" panose="02030600000101010101" pitchFamily="18" charset="-127"/>
              </a:rPr>
              <a:t>이온몰</a:t>
            </a:r>
            <a:r>
              <a:rPr kumimoji="1" lang="en-US" altLang="ko-KR" sz="2000" b="1" dirty="0">
                <a:solidFill>
                  <a:schemeClr val="bg1"/>
                </a:solidFill>
                <a:latin typeface="새굴림" panose="02030600000101010101" pitchFamily="18" charset="-127"/>
                <a:ea typeface="새굴림" panose="02030600000101010101" pitchFamily="18" charset="-127"/>
              </a:rPr>
              <a:t>(</a:t>
            </a:r>
            <a:r>
              <a:rPr kumimoji="1" lang="ko-KR" altLang="en-US" sz="2000" b="1" dirty="0" err="1">
                <a:solidFill>
                  <a:schemeClr val="bg1"/>
                </a:solidFill>
                <a:latin typeface="새굴림" panose="02030600000101010101" pitchFamily="18" charset="-127"/>
                <a:ea typeface="새굴림" panose="02030600000101010101" pitchFamily="18" charset="-127"/>
              </a:rPr>
              <a:t>제품승인중</a:t>
            </a:r>
            <a:r>
              <a:rPr kumimoji="1" lang="en-US" altLang="ko-KR" sz="2000" b="1" dirty="0">
                <a:solidFill>
                  <a:schemeClr val="bg1"/>
                </a:solidFill>
                <a:latin typeface="새굴림" panose="02030600000101010101" pitchFamily="18" charset="-127"/>
                <a:ea typeface="새굴림" panose="02030600000101010101" pitchFamily="18" charset="-127"/>
              </a:rPr>
              <a:t>) </a:t>
            </a:r>
            <a:r>
              <a:rPr kumimoji="1" lang="ko-KR" altLang="en-US" sz="2000" b="1" dirty="0" err="1">
                <a:solidFill>
                  <a:schemeClr val="bg1"/>
                </a:solidFill>
                <a:latin typeface="새굴림" panose="02030600000101010101" pitchFamily="18" charset="-127"/>
                <a:ea typeface="새굴림" panose="02030600000101010101" pitchFamily="18" charset="-127"/>
              </a:rPr>
              <a:t>사파호텔</a:t>
            </a:r>
            <a:r>
              <a:rPr kumimoji="1" lang="en-US" altLang="ko-KR" sz="2000" b="1" dirty="0">
                <a:solidFill>
                  <a:schemeClr val="bg1"/>
                </a:solidFill>
                <a:latin typeface="새굴림" panose="02030600000101010101" pitchFamily="18" charset="-127"/>
                <a:ea typeface="새굴림" panose="02030600000101010101" pitchFamily="18" charset="-127"/>
              </a:rPr>
              <a:t>(</a:t>
            </a:r>
            <a:r>
              <a:rPr kumimoji="1" lang="ko-KR" altLang="en-US" sz="2000" b="1" dirty="0" err="1">
                <a:solidFill>
                  <a:schemeClr val="bg1"/>
                </a:solidFill>
                <a:latin typeface="새굴림" panose="02030600000101010101" pitchFamily="18" charset="-127"/>
                <a:ea typeface="새굴림" panose="02030600000101010101" pitchFamily="18" charset="-127"/>
              </a:rPr>
              <a:t>제품승인중</a:t>
            </a:r>
            <a:r>
              <a:rPr kumimoji="1" lang="en-US" altLang="ko-KR" sz="2000" b="1" dirty="0">
                <a:solidFill>
                  <a:schemeClr val="bg1"/>
                </a:solidFill>
                <a:latin typeface="새굴림" panose="02030600000101010101" pitchFamily="18" charset="-127"/>
                <a:ea typeface="새굴림" panose="02030600000101010101" pitchFamily="18" charset="-127"/>
              </a:rPr>
              <a:t>)</a:t>
            </a:r>
            <a:r>
              <a:rPr kumimoji="1" lang="ko-KR" altLang="en-US" sz="2000" b="1" dirty="0">
                <a:solidFill>
                  <a:schemeClr val="bg1"/>
                </a:solidFill>
                <a:latin typeface="새굴림" panose="02030600000101010101" pitchFamily="18" charset="-127"/>
                <a:ea typeface="새굴림" panose="02030600000101010101" pitchFamily="18" charset="-127"/>
              </a:rPr>
              <a:t> </a:t>
            </a:r>
            <a:endParaRPr kumimoji="1" lang="en-US" altLang="ko-KR" sz="2000" b="1" dirty="0">
              <a:solidFill>
                <a:schemeClr val="bg1"/>
              </a:solidFill>
              <a:latin typeface="새굴림" panose="02030600000101010101" pitchFamily="18" charset="-127"/>
              <a:ea typeface="새굴림" panose="02030600000101010101" pitchFamily="18" charset="-127"/>
            </a:endParaRPr>
          </a:p>
        </p:txBody>
      </p:sp>
      <p:pic>
        <p:nvPicPr>
          <p:cNvPr id="48" name="그림 개체 틀 47">
            <a:extLst>
              <a:ext uri="{FF2B5EF4-FFF2-40B4-BE49-F238E27FC236}">
                <a16:creationId xmlns:a16="http://schemas.microsoft.com/office/drawing/2014/main" id="{A5D65B13-C18B-46B3-BDF4-BA74D865F39E}"/>
              </a:ext>
            </a:extLst>
          </p:cNvPr>
          <p:cNvPicPr>
            <a:picLocks noGrp="1" noChangeAspect="1"/>
          </p:cNvPicPr>
          <p:nvPr>
            <p:ph type="pic" sz="quarter" idx="22"/>
          </p:nvPr>
        </p:nvPicPr>
        <p:blipFill>
          <a:blip r:embed="rId3"/>
          <a:srcRect t="13893" b="13893"/>
          <a:stretch>
            <a:fillRect/>
          </a:stretch>
        </p:blipFill>
        <p:spPr>
          <a:xfrm>
            <a:off x="-1" y="5193475"/>
            <a:ext cx="4110607" cy="2063629"/>
          </a:xfrm>
        </p:spPr>
      </p:pic>
      <p:pic>
        <p:nvPicPr>
          <p:cNvPr id="42" name="그림 개체 틀 41">
            <a:extLst>
              <a:ext uri="{FF2B5EF4-FFF2-40B4-BE49-F238E27FC236}">
                <a16:creationId xmlns:a16="http://schemas.microsoft.com/office/drawing/2014/main" id="{A40FF002-82DB-4BAA-AF18-12DFDBD72D75}"/>
              </a:ext>
            </a:extLst>
          </p:cNvPr>
          <p:cNvPicPr>
            <a:picLocks noGrp="1" noChangeAspect="1"/>
          </p:cNvPicPr>
          <p:nvPr>
            <p:ph type="pic" sz="quarter" idx="22"/>
          </p:nvPr>
        </p:nvPicPr>
        <p:blipFill>
          <a:blip r:embed="rId4"/>
          <a:srcRect t="30637" b="30637"/>
          <a:stretch>
            <a:fillRect/>
          </a:stretch>
        </p:blipFill>
        <p:spPr>
          <a:xfrm>
            <a:off x="8153401" y="3125266"/>
            <a:ext cx="4038600" cy="2050741"/>
          </a:xfrm>
        </p:spPr>
      </p:pic>
      <p:pic>
        <p:nvPicPr>
          <p:cNvPr id="54" name="그림 개체 틀 53">
            <a:extLst>
              <a:ext uri="{FF2B5EF4-FFF2-40B4-BE49-F238E27FC236}">
                <a16:creationId xmlns:a16="http://schemas.microsoft.com/office/drawing/2014/main" id="{75943C38-A92F-4B8F-9AC2-6527AE9C791D}"/>
              </a:ext>
            </a:extLst>
          </p:cNvPr>
          <p:cNvPicPr>
            <a:picLocks noGrp="1" noChangeAspect="1"/>
          </p:cNvPicPr>
          <p:nvPr>
            <p:ph type="pic" sz="quarter" idx="22"/>
          </p:nvPr>
        </p:nvPicPr>
        <p:blipFill>
          <a:blip r:embed="rId5"/>
          <a:srcRect t="30547" b="30547"/>
          <a:stretch>
            <a:fillRect/>
          </a:stretch>
        </p:blipFill>
        <p:spPr>
          <a:xfrm>
            <a:off x="-1" y="3129846"/>
            <a:ext cx="4110607" cy="2063629"/>
          </a:xfrm>
        </p:spPr>
      </p:pic>
      <p:pic>
        <p:nvPicPr>
          <p:cNvPr id="58" name="그림 57">
            <a:extLst>
              <a:ext uri="{FF2B5EF4-FFF2-40B4-BE49-F238E27FC236}">
                <a16:creationId xmlns:a16="http://schemas.microsoft.com/office/drawing/2014/main" id="{3E922FBF-E1EB-4D8C-8485-77D3FC842A5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14803" y="3122864"/>
            <a:ext cx="4076699" cy="2070611"/>
          </a:xfrm>
          <a:prstGeom prst="rect">
            <a:avLst/>
          </a:prstGeom>
        </p:spPr>
      </p:pic>
      <p:pic>
        <p:nvPicPr>
          <p:cNvPr id="60" name="그림 59">
            <a:extLst>
              <a:ext uri="{FF2B5EF4-FFF2-40B4-BE49-F238E27FC236}">
                <a16:creationId xmlns:a16="http://schemas.microsoft.com/office/drawing/2014/main" id="{4AABF731-E703-41E2-8ECC-C9795BD6D1F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01764" y="5176007"/>
            <a:ext cx="4089738" cy="2085676"/>
          </a:xfrm>
          <a:prstGeom prst="rect">
            <a:avLst/>
          </a:prstGeom>
        </p:spPr>
      </p:pic>
      <p:pic>
        <p:nvPicPr>
          <p:cNvPr id="62" name="그림 61">
            <a:extLst>
              <a:ext uri="{FF2B5EF4-FFF2-40B4-BE49-F238E27FC236}">
                <a16:creationId xmlns:a16="http://schemas.microsoft.com/office/drawing/2014/main" id="{EFD780C2-7951-4F0F-98B4-A749CD792EA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12370" y="5176007"/>
            <a:ext cx="3979629" cy="20856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62408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개체 틀 4"/>
          <p:cNvPicPr>
            <a:picLocks noGrp="1" noChangeAspect="1"/>
          </p:cNvPicPr>
          <p:nvPr>
            <p:ph type="pic" sz="quarter" idx="2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195" b="25195"/>
          <a:stretch>
            <a:fillRect/>
          </a:stretch>
        </p:blipFill>
        <p:spPr/>
      </p:pic>
      <p:sp>
        <p:nvSpPr>
          <p:cNvPr id="17" name="직사각형 16">
            <a:extLst>
              <a:ext uri="{FF2B5EF4-FFF2-40B4-BE49-F238E27FC236}">
                <a16:creationId xmlns:a16="http://schemas.microsoft.com/office/drawing/2014/main" id="{07BBF2AE-3F71-504B-BD5E-2CBF6483E9AF}"/>
              </a:ext>
            </a:extLst>
          </p:cNvPr>
          <p:cNvSpPr/>
          <p:nvPr/>
        </p:nvSpPr>
        <p:spPr>
          <a:xfrm>
            <a:off x="0" y="1"/>
            <a:ext cx="12192000" cy="3125265"/>
          </a:xfrm>
          <a:prstGeom prst="rect">
            <a:avLst/>
          </a:prstGeom>
          <a:solidFill>
            <a:srgbClr val="302F2F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x-none" altLang="en-US"/>
          </a:p>
        </p:txBody>
      </p:sp>
      <p:cxnSp>
        <p:nvCxnSpPr>
          <p:cNvPr id="6" name="직선 연결선[R] 5">
            <a:extLst>
              <a:ext uri="{FF2B5EF4-FFF2-40B4-BE49-F238E27FC236}">
                <a16:creationId xmlns:a16="http://schemas.microsoft.com/office/drawing/2014/main" id="{5AC536D0-A59E-684A-8C9C-87C7DA8AFF14}"/>
              </a:ext>
            </a:extLst>
          </p:cNvPr>
          <p:cNvCxnSpPr>
            <a:cxnSpLocks/>
          </p:cNvCxnSpPr>
          <p:nvPr/>
        </p:nvCxnSpPr>
        <p:spPr>
          <a:xfrm>
            <a:off x="6096000" y="759618"/>
            <a:ext cx="0" cy="1606031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그룹 1"/>
          <p:cNvGrpSpPr/>
          <p:nvPr/>
        </p:nvGrpSpPr>
        <p:grpSpPr>
          <a:xfrm>
            <a:off x="897217" y="993100"/>
            <a:ext cx="4960657" cy="1077511"/>
            <a:chOff x="897218" y="1175225"/>
            <a:chExt cx="3476210" cy="1077511"/>
          </a:xfrm>
        </p:grpSpPr>
        <p:sp>
          <p:nvSpPr>
            <p:cNvPr id="12" name="TextBox 11"/>
            <p:cNvSpPr txBox="1"/>
            <p:nvPr/>
          </p:nvSpPr>
          <p:spPr>
            <a:xfrm>
              <a:off x="897218" y="1483295"/>
              <a:ext cx="3476210" cy="76944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kumimoji="1" lang="ko-KR" altLang="en-US" sz="4400" b="1" dirty="0">
                  <a:solidFill>
                    <a:schemeClr val="bg1"/>
                  </a:solidFill>
                  <a:latin typeface="새굴림" panose="02030600000101010101" pitchFamily="18" charset="-127"/>
                  <a:ea typeface="새굴림" panose="02030600000101010101" pitchFamily="18" charset="-127"/>
                </a:rPr>
                <a:t>언론보도자료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938627" y="1175225"/>
              <a:ext cx="2509423" cy="4001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kumimoji="1" lang="en-US" altLang="ko-KR" sz="2000" dirty="0">
                  <a:solidFill>
                    <a:srgbClr val="FF9933"/>
                  </a:solidFill>
                  <a:latin typeface="페이퍼로지 5 Medium" pitchFamily="2" charset="-127"/>
                  <a:ea typeface="페이퍼로지 5 Medium" pitchFamily="2" charset="-127"/>
                </a:rPr>
                <a:t>K1 </a:t>
              </a:r>
              <a:r>
                <a:rPr kumimoji="1" lang="ko-KR" altLang="en-US" sz="2000" dirty="0">
                  <a:solidFill>
                    <a:srgbClr val="FF9933"/>
                  </a:solidFill>
                  <a:latin typeface="페이퍼로지 5 Medium" pitchFamily="2" charset="-127"/>
                  <a:ea typeface="페이퍼로지 5 Medium" pitchFamily="2" charset="-127"/>
                </a:rPr>
                <a:t>특수 </a:t>
              </a:r>
              <a:r>
                <a:rPr kumimoji="1" lang="ko-KR" altLang="en-US" sz="2000" dirty="0" err="1">
                  <a:solidFill>
                    <a:srgbClr val="FF9933"/>
                  </a:solidFill>
                  <a:latin typeface="페이퍼로지 5 Medium" pitchFamily="2" charset="-127"/>
                  <a:ea typeface="페이퍼로지 5 Medium" pitchFamily="2" charset="-127"/>
                </a:rPr>
                <a:t>초강력</a:t>
              </a:r>
              <a:r>
                <a:rPr kumimoji="1" lang="ko-KR" altLang="en-US" sz="2000" dirty="0">
                  <a:solidFill>
                    <a:srgbClr val="FF9933"/>
                  </a:solidFill>
                  <a:latin typeface="페이퍼로지 5 Medium" pitchFamily="2" charset="-127"/>
                  <a:ea typeface="페이퍼로지 5 Medium" pitchFamily="2" charset="-127"/>
                </a:rPr>
                <a:t> 방수제</a:t>
              </a:r>
            </a:p>
          </p:txBody>
        </p:sp>
      </p:grpSp>
      <p:sp>
        <p:nvSpPr>
          <p:cNvPr id="15" name="TextBox 14"/>
          <p:cNvSpPr txBox="1"/>
          <p:nvPr/>
        </p:nvSpPr>
        <p:spPr>
          <a:xfrm>
            <a:off x="6815106" y="1054802"/>
            <a:ext cx="4828809" cy="1015663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kumimoji="1" lang="ko-KR" altLang="en-US" sz="2000" b="1" dirty="0" err="1">
                <a:solidFill>
                  <a:schemeClr val="bg1"/>
                </a:solidFill>
                <a:latin typeface="+mn-ea"/>
              </a:rPr>
              <a:t>프라임경제</a:t>
            </a:r>
            <a:r>
              <a:rPr kumimoji="1" lang="ko-KR" altLang="en-US" sz="2000" b="1" dirty="0">
                <a:solidFill>
                  <a:schemeClr val="bg1"/>
                </a:solidFill>
                <a:latin typeface="+mn-ea"/>
              </a:rPr>
              <a:t> </a:t>
            </a:r>
            <a:r>
              <a:rPr kumimoji="1" lang="en-US" altLang="ko-KR" sz="2000" b="1" dirty="0">
                <a:solidFill>
                  <a:schemeClr val="bg1"/>
                </a:solidFill>
                <a:latin typeface="+mn-ea"/>
              </a:rPr>
              <a:t>(</a:t>
            </a:r>
            <a:r>
              <a:rPr kumimoji="1" lang="ko-KR" altLang="en-US" sz="2000" b="1" dirty="0">
                <a:solidFill>
                  <a:schemeClr val="bg1"/>
                </a:solidFill>
                <a:latin typeface="+mn-ea"/>
              </a:rPr>
              <a:t>해외경제분야</a:t>
            </a:r>
            <a:r>
              <a:rPr kumimoji="1" lang="en-US" altLang="ko-KR" sz="2000" b="1" dirty="0">
                <a:solidFill>
                  <a:schemeClr val="bg1"/>
                </a:solidFill>
                <a:latin typeface="+mn-ea"/>
              </a:rPr>
              <a:t>), </a:t>
            </a:r>
            <a:r>
              <a:rPr kumimoji="1" lang="ko-KR" altLang="en-US" sz="2000" b="1" dirty="0">
                <a:solidFill>
                  <a:schemeClr val="bg1"/>
                </a:solidFill>
                <a:latin typeface="+mn-ea"/>
              </a:rPr>
              <a:t>창업일보</a:t>
            </a:r>
            <a:endParaRPr kumimoji="1" lang="en-US" altLang="ko-KR" sz="2000" b="1" dirty="0">
              <a:solidFill>
                <a:schemeClr val="bg1"/>
              </a:solidFill>
              <a:latin typeface="+mn-ea"/>
            </a:endParaRPr>
          </a:p>
          <a:p>
            <a:r>
              <a:rPr kumimoji="1" lang="ko-KR" altLang="en-US" sz="2000" b="1" dirty="0" err="1">
                <a:solidFill>
                  <a:schemeClr val="bg1"/>
                </a:solidFill>
                <a:latin typeface="+mn-ea"/>
              </a:rPr>
              <a:t>팍스경제</a:t>
            </a:r>
            <a:r>
              <a:rPr kumimoji="1" lang="en-US" altLang="ko-KR" sz="2000" b="1" dirty="0">
                <a:solidFill>
                  <a:schemeClr val="bg1"/>
                </a:solidFill>
                <a:latin typeface="+mn-ea"/>
              </a:rPr>
              <a:t>TV, </a:t>
            </a:r>
            <a:r>
              <a:rPr kumimoji="1" lang="ko-KR" altLang="en-US" sz="2000" b="1" dirty="0">
                <a:solidFill>
                  <a:schemeClr val="bg1"/>
                </a:solidFill>
                <a:latin typeface="+mn-ea"/>
              </a:rPr>
              <a:t>브레이크뉴스</a:t>
            </a:r>
            <a:r>
              <a:rPr kumimoji="1" lang="en-US" altLang="ko-KR" sz="2000" b="1" dirty="0">
                <a:solidFill>
                  <a:schemeClr val="bg1"/>
                </a:solidFill>
                <a:latin typeface="+mn-ea"/>
              </a:rPr>
              <a:t>, </a:t>
            </a:r>
            <a:r>
              <a:rPr kumimoji="1" lang="ko-KR" altLang="en-US" sz="2000" b="1" dirty="0">
                <a:solidFill>
                  <a:schemeClr val="bg1"/>
                </a:solidFill>
                <a:latin typeface="+mn-ea"/>
              </a:rPr>
              <a:t>아시아한상 베트남 북부연합 인증</a:t>
            </a:r>
            <a:endParaRPr kumimoji="1" lang="en-US" altLang="ko-KR" sz="2000" b="1" dirty="0">
              <a:solidFill>
                <a:schemeClr val="bg1"/>
              </a:solidFill>
              <a:latin typeface="+mn-ea"/>
            </a:endParaRP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16CE3928-4206-4AEE-9318-8DC253499D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133982"/>
            <a:ext cx="3045204" cy="4153813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A2359D20-9098-40C0-B09D-D094B8E602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50797" y="3133981"/>
            <a:ext cx="3045203" cy="4153815"/>
          </a:xfrm>
          <a:prstGeom prst="rect">
            <a:avLst/>
          </a:prstGeom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812F9E56-EE4A-4C8A-9B2D-F924BC6D43F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0" y="3139932"/>
            <a:ext cx="3045203" cy="4147863"/>
          </a:xfrm>
          <a:prstGeom prst="rect">
            <a:avLst/>
          </a:prstGeom>
        </p:spPr>
      </p:pic>
      <p:pic>
        <p:nvPicPr>
          <p:cNvPr id="24" name="그림 23">
            <a:extLst>
              <a:ext uri="{FF2B5EF4-FFF2-40B4-BE49-F238E27FC236}">
                <a16:creationId xmlns:a16="http://schemas.microsoft.com/office/drawing/2014/main" id="{016EB883-D715-439E-A99A-CB2EB585774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9595" y="3139933"/>
            <a:ext cx="3045202" cy="4147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26815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3708" y="1185875"/>
            <a:ext cx="4055212" cy="5552725"/>
          </a:xfrm>
          <a:prstGeom prst="rect">
            <a:avLst/>
          </a:prstGeom>
        </p:spPr>
      </p:pic>
      <p:grpSp>
        <p:nvGrpSpPr>
          <p:cNvPr id="28" name="그룹 27"/>
          <p:cNvGrpSpPr/>
          <p:nvPr/>
        </p:nvGrpSpPr>
        <p:grpSpPr>
          <a:xfrm>
            <a:off x="5177995" y="1960039"/>
            <a:ext cx="1444263" cy="800799"/>
            <a:chOff x="1128651" y="5522974"/>
            <a:chExt cx="2659533" cy="800799"/>
          </a:xfrm>
        </p:grpSpPr>
        <p:sp>
          <p:nvSpPr>
            <p:cNvPr id="4" name="TextBox 3"/>
            <p:cNvSpPr txBox="1"/>
            <p:nvPr/>
          </p:nvSpPr>
          <p:spPr>
            <a:xfrm>
              <a:off x="1128651" y="5522974"/>
              <a:ext cx="2659533" cy="4001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kumimoji="1" lang="ko-KR" altLang="en-US" sz="2000" dirty="0">
                  <a:solidFill>
                    <a:srgbClr val="C00000"/>
                  </a:solidFill>
                  <a:latin typeface="페이퍼로지 7 Bold" pitchFamily="2" charset="-127"/>
                  <a:ea typeface="페이퍼로지 7 Bold" pitchFamily="2" charset="-127"/>
                </a:rPr>
                <a:t>본사</a:t>
              </a:r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1128651" y="5862108"/>
              <a:ext cx="2560753" cy="46166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kumimoji="1"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5 Medium" pitchFamily="2" charset="-127"/>
                  <a:ea typeface="페이퍼로지 5 Medium" pitchFamily="2" charset="-127"/>
                </a:rPr>
                <a:t>BESTWINNER </a:t>
              </a:r>
            </a:p>
            <a:p>
              <a:r>
                <a:rPr kumimoji="1" lang="en-US" altLang="ko-KR" sz="1200" dirty="0">
                  <a:solidFill>
                    <a:srgbClr val="C00000"/>
                  </a:solidFill>
                  <a:latin typeface="페이퍼로지 7 Bold" pitchFamily="2" charset="-127"/>
                  <a:ea typeface="페이퍼로지 7 Bold" pitchFamily="2" charset="-127"/>
                </a:rPr>
                <a:t>Hanoi Vietnam</a:t>
              </a:r>
            </a:p>
          </p:txBody>
        </p:sp>
      </p:grp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A63A5900-4165-A841-A2A4-548F95A2A7E4}"/>
              </a:ext>
            </a:extLst>
          </p:cNvPr>
          <p:cNvSpPr/>
          <p:nvPr/>
        </p:nvSpPr>
        <p:spPr>
          <a:xfrm>
            <a:off x="8252179" y="0"/>
            <a:ext cx="3939822" cy="12858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x-none" altLang="en-US"/>
          </a:p>
        </p:txBody>
      </p:sp>
      <p:sp>
        <p:nvSpPr>
          <p:cNvPr id="29" name="TextBox 28"/>
          <p:cNvSpPr txBox="1"/>
          <p:nvPr/>
        </p:nvSpPr>
        <p:spPr>
          <a:xfrm>
            <a:off x="2130004" y="540176"/>
            <a:ext cx="7931993" cy="76944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ko-KR" altLang="en-US" sz="4400" dirty="0">
                <a:latin typeface="페이퍼로지 7 Bold" pitchFamily="2" charset="-127"/>
                <a:ea typeface="페이퍼로지 7 Bold" pitchFamily="2" charset="-127"/>
              </a:rPr>
              <a:t>해외 총판 및 전국 </a:t>
            </a:r>
            <a:r>
              <a:rPr kumimoji="1" lang="ko-KR" altLang="en-US" sz="4400" dirty="0">
                <a:solidFill>
                  <a:srgbClr val="C00000"/>
                </a:solidFill>
                <a:latin typeface="페이퍼로지 7 Bold" pitchFamily="2" charset="-127"/>
                <a:ea typeface="페이퍼로지 7 Bold" pitchFamily="2" charset="-127"/>
              </a:rPr>
              <a:t>총 판매점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194230DE-9EAA-B240-82DB-E202B87A0208}"/>
              </a:ext>
            </a:extLst>
          </p:cNvPr>
          <p:cNvSpPr/>
          <p:nvPr/>
        </p:nvSpPr>
        <p:spPr>
          <a:xfrm>
            <a:off x="6975796" y="1342516"/>
            <a:ext cx="2158679" cy="45719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x-none" altLang="en-US"/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194230DE-9EAA-B240-82DB-E202B87A0208}"/>
              </a:ext>
            </a:extLst>
          </p:cNvPr>
          <p:cNvSpPr/>
          <p:nvPr/>
        </p:nvSpPr>
        <p:spPr>
          <a:xfrm>
            <a:off x="4249441" y="1342516"/>
            <a:ext cx="2726355" cy="45719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x-none" altLang="en-US"/>
          </a:p>
        </p:txBody>
      </p:sp>
      <p:sp>
        <p:nvSpPr>
          <p:cNvPr id="33" name="TextBox 32"/>
          <p:cNvSpPr txBox="1"/>
          <p:nvPr/>
        </p:nvSpPr>
        <p:spPr>
          <a:xfrm>
            <a:off x="3956946" y="287884"/>
            <a:ext cx="4278108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ko-KR" sz="1600" dirty="0">
                <a:solidFill>
                  <a:srgbClr val="C00000"/>
                </a:solidFill>
                <a:latin typeface="페이퍼로지 4 Regular" pitchFamily="2" charset="-127"/>
                <a:ea typeface="페이퍼로지 4 Regular" pitchFamily="2" charset="-127"/>
              </a:rPr>
              <a:t>BEST WINNER VN</a:t>
            </a:r>
            <a:endParaRPr kumimoji="1" lang="ko-KR" altLang="en-US" sz="1600" dirty="0">
              <a:solidFill>
                <a:srgbClr val="C00000"/>
              </a:solidFill>
              <a:latin typeface="페이퍼로지 4 Regular" pitchFamily="2" charset="-127"/>
              <a:ea typeface="페이퍼로지 4 Regular" pitchFamily="2" charset="-127"/>
            </a:endParaRPr>
          </a:p>
        </p:txBody>
      </p:sp>
      <p:grpSp>
        <p:nvGrpSpPr>
          <p:cNvPr id="9" name="그룹 8"/>
          <p:cNvGrpSpPr/>
          <p:nvPr/>
        </p:nvGrpSpPr>
        <p:grpSpPr>
          <a:xfrm>
            <a:off x="4114107" y="2113939"/>
            <a:ext cx="646901" cy="646899"/>
            <a:chOff x="5901873" y="2233339"/>
            <a:chExt cx="646901" cy="646899"/>
          </a:xfrm>
        </p:grpSpPr>
        <p:sp>
          <p:nvSpPr>
            <p:cNvPr id="34" name="자유형: 도형 101">
              <a:extLst>
                <a:ext uri="{FF2B5EF4-FFF2-40B4-BE49-F238E27FC236}">
                  <a16:creationId xmlns:a16="http://schemas.microsoft.com/office/drawing/2014/main" id="{910E85EE-6FD9-4569-AA2D-E254052ED510}"/>
                </a:ext>
              </a:extLst>
            </p:cNvPr>
            <p:cNvSpPr/>
            <p:nvPr/>
          </p:nvSpPr>
          <p:spPr>
            <a:xfrm>
              <a:off x="5901873" y="2233339"/>
              <a:ext cx="646901" cy="646899"/>
            </a:xfrm>
            <a:custGeom>
              <a:avLst/>
              <a:gdLst>
                <a:gd name="connsiteX0" fmla="*/ 254410 w 508820"/>
                <a:gd name="connsiteY0" fmla="*/ 217540 h 508820"/>
                <a:gd name="connsiteX1" fmla="*/ 217540 w 508820"/>
                <a:gd name="connsiteY1" fmla="*/ 254410 h 508820"/>
                <a:gd name="connsiteX2" fmla="*/ 254410 w 508820"/>
                <a:gd name="connsiteY2" fmla="*/ 291280 h 508820"/>
                <a:gd name="connsiteX3" fmla="*/ 291280 w 508820"/>
                <a:gd name="connsiteY3" fmla="*/ 254410 h 508820"/>
                <a:gd name="connsiteX4" fmla="*/ 254410 w 508820"/>
                <a:gd name="connsiteY4" fmla="*/ 217540 h 508820"/>
                <a:gd name="connsiteX5" fmla="*/ 254410 w 508820"/>
                <a:gd name="connsiteY5" fmla="*/ 0 h 508820"/>
                <a:gd name="connsiteX6" fmla="*/ 508820 w 508820"/>
                <a:gd name="connsiteY6" fmla="*/ 254410 h 508820"/>
                <a:gd name="connsiteX7" fmla="*/ 254410 w 508820"/>
                <a:gd name="connsiteY7" fmla="*/ 508820 h 508820"/>
                <a:gd name="connsiteX8" fmla="*/ 0 w 508820"/>
                <a:gd name="connsiteY8" fmla="*/ 254410 h 508820"/>
                <a:gd name="connsiteX9" fmla="*/ 254410 w 508820"/>
                <a:gd name="connsiteY9" fmla="*/ 0 h 5088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08820" h="508820">
                  <a:moveTo>
                    <a:pt x="254410" y="217540"/>
                  </a:moveTo>
                  <a:cubicBezTo>
                    <a:pt x="234047" y="217540"/>
                    <a:pt x="217540" y="234047"/>
                    <a:pt x="217540" y="254410"/>
                  </a:cubicBezTo>
                  <a:cubicBezTo>
                    <a:pt x="217540" y="274773"/>
                    <a:pt x="234047" y="291280"/>
                    <a:pt x="254410" y="291280"/>
                  </a:cubicBezTo>
                  <a:cubicBezTo>
                    <a:pt x="274773" y="291280"/>
                    <a:pt x="291280" y="274773"/>
                    <a:pt x="291280" y="254410"/>
                  </a:cubicBezTo>
                  <a:cubicBezTo>
                    <a:pt x="291280" y="234047"/>
                    <a:pt x="274773" y="217540"/>
                    <a:pt x="254410" y="217540"/>
                  </a:cubicBezTo>
                  <a:close/>
                  <a:moveTo>
                    <a:pt x="254410" y="0"/>
                  </a:moveTo>
                  <a:cubicBezTo>
                    <a:pt x="394917" y="0"/>
                    <a:pt x="508820" y="113903"/>
                    <a:pt x="508820" y="254410"/>
                  </a:cubicBezTo>
                  <a:cubicBezTo>
                    <a:pt x="508820" y="394917"/>
                    <a:pt x="394917" y="508820"/>
                    <a:pt x="254410" y="508820"/>
                  </a:cubicBezTo>
                  <a:cubicBezTo>
                    <a:pt x="113903" y="508820"/>
                    <a:pt x="0" y="394917"/>
                    <a:pt x="0" y="254410"/>
                  </a:cubicBezTo>
                  <a:cubicBezTo>
                    <a:pt x="0" y="113903"/>
                    <a:pt x="113903" y="0"/>
                    <a:pt x="254410" y="0"/>
                  </a:cubicBezTo>
                  <a:close/>
                </a:path>
              </a:pathLst>
            </a:custGeom>
            <a:solidFill>
              <a:srgbClr val="C00000">
                <a:alpha val="50000"/>
              </a:srgb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dirty="0"/>
            </a:p>
          </p:txBody>
        </p:sp>
        <p:sp>
          <p:nvSpPr>
            <p:cNvPr id="35" name="자유형: 도형 102">
              <a:extLst>
                <a:ext uri="{FF2B5EF4-FFF2-40B4-BE49-F238E27FC236}">
                  <a16:creationId xmlns:a16="http://schemas.microsoft.com/office/drawing/2014/main" id="{2A4AE090-F37A-414F-9DDD-2D046A5485CA}"/>
                </a:ext>
              </a:extLst>
            </p:cNvPr>
            <p:cNvSpPr/>
            <p:nvPr/>
          </p:nvSpPr>
          <p:spPr>
            <a:xfrm>
              <a:off x="6049846" y="2381312"/>
              <a:ext cx="350953" cy="350951"/>
            </a:xfrm>
            <a:custGeom>
              <a:avLst/>
              <a:gdLst>
                <a:gd name="connsiteX0" fmla="*/ 138021 w 276042"/>
                <a:gd name="connsiteY0" fmla="*/ 101151 h 276042"/>
                <a:gd name="connsiteX1" fmla="*/ 101151 w 276042"/>
                <a:gd name="connsiteY1" fmla="*/ 138021 h 276042"/>
                <a:gd name="connsiteX2" fmla="*/ 138021 w 276042"/>
                <a:gd name="connsiteY2" fmla="*/ 174891 h 276042"/>
                <a:gd name="connsiteX3" fmla="*/ 174891 w 276042"/>
                <a:gd name="connsiteY3" fmla="*/ 138021 h 276042"/>
                <a:gd name="connsiteX4" fmla="*/ 138021 w 276042"/>
                <a:gd name="connsiteY4" fmla="*/ 101151 h 276042"/>
                <a:gd name="connsiteX5" fmla="*/ 138021 w 276042"/>
                <a:gd name="connsiteY5" fmla="*/ 0 h 276042"/>
                <a:gd name="connsiteX6" fmla="*/ 276042 w 276042"/>
                <a:gd name="connsiteY6" fmla="*/ 138021 h 276042"/>
                <a:gd name="connsiteX7" fmla="*/ 138021 w 276042"/>
                <a:gd name="connsiteY7" fmla="*/ 276042 h 276042"/>
                <a:gd name="connsiteX8" fmla="*/ 0 w 276042"/>
                <a:gd name="connsiteY8" fmla="*/ 138021 h 276042"/>
                <a:gd name="connsiteX9" fmla="*/ 138021 w 276042"/>
                <a:gd name="connsiteY9" fmla="*/ 0 h 2760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76042" h="276042">
                  <a:moveTo>
                    <a:pt x="138021" y="101151"/>
                  </a:moveTo>
                  <a:cubicBezTo>
                    <a:pt x="117658" y="101151"/>
                    <a:pt x="101151" y="117658"/>
                    <a:pt x="101151" y="138021"/>
                  </a:cubicBezTo>
                  <a:cubicBezTo>
                    <a:pt x="101151" y="158384"/>
                    <a:pt x="117658" y="174891"/>
                    <a:pt x="138021" y="174891"/>
                  </a:cubicBezTo>
                  <a:cubicBezTo>
                    <a:pt x="158384" y="174891"/>
                    <a:pt x="174891" y="158384"/>
                    <a:pt x="174891" y="138021"/>
                  </a:cubicBezTo>
                  <a:cubicBezTo>
                    <a:pt x="174891" y="117658"/>
                    <a:pt x="158384" y="101151"/>
                    <a:pt x="138021" y="101151"/>
                  </a:cubicBezTo>
                  <a:close/>
                  <a:moveTo>
                    <a:pt x="138021" y="0"/>
                  </a:moveTo>
                  <a:cubicBezTo>
                    <a:pt x="214248" y="0"/>
                    <a:pt x="276042" y="61794"/>
                    <a:pt x="276042" y="138021"/>
                  </a:cubicBezTo>
                  <a:cubicBezTo>
                    <a:pt x="276042" y="214248"/>
                    <a:pt x="214248" y="276042"/>
                    <a:pt x="138021" y="276042"/>
                  </a:cubicBezTo>
                  <a:cubicBezTo>
                    <a:pt x="61794" y="276042"/>
                    <a:pt x="0" y="214248"/>
                    <a:pt x="0" y="138021"/>
                  </a:cubicBezTo>
                  <a:cubicBezTo>
                    <a:pt x="0" y="61794"/>
                    <a:pt x="61794" y="0"/>
                    <a:pt x="138021" y="0"/>
                  </a:cubicBezTo>
                  <a:close/>
                </a:path>
              </a:pathLst>
            </a:custGeom>
            <a:solidFill>
              <a:srgbClr val="C00000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dirty="0"/>
            </a:p>
          </p:txBody>
        </p:sp>
      </p:grpSp>
      <p:grpSp>
        <p:nvGrpSpPr>
          <p:cNvPr id="39" name="그룹 38"/>
          <p:cNvGrpSpPr/>
          <p:nvPr/>
        </p:nvGrpSpPr>
        <p:grpSpPr>
          <a:xfrm>
            <a:off x="6660358" y="1960039"/>
            <a:ext cx="1796688" cy="800799"/>
            <a:chOff x="1128651" y="5522974"/>
            <a:chExt cx="2659533" cy="800799"/>
          </a:xfrm>
        </p:grpSpPr>
        <p:sp>
          <p:nvSpPr>
            <p:cNvPr id="40" name="TextBox 39"/>
            <p:cNvSpPr txBox="1"/>
            <p:nvPr/>
          </p:nvSpPr>
          <p:spPr>
            <a:xfrm>
              <a:off x="1128651" y="5522974"/>
              <a:ext cx="2659533" cy="4001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kumimoji="1" lang="ko-KR" altLang="en-US" sz="2000" dirty="0">
                  <a:solidFill>
                    <a:srgbClr val="C00000"/>
                  </a:solidFill>
                  <a:latin typeface="페이퍼로지 7 Bold" pitchFamily="2" charset="-127"/>
                  <a:ea typeface="페이퍼로지 7 Bold" pitchFamily="2" charset="-127"/>
                </a:rPr>
                <a:t>공장</a:t>
              </a:r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1128651" y="5862108"/>
              <a:ext cx="2560752" cy="46166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kumimoji="1"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5 Medium" pitchFamily="2" charset="-127"/>
                  <a:ea typeface="페이퍼로지 5 Medium" pitchFamily="2" charset="-127"/>
                </a:rPr>
                <a:t>PG COMMERCE </a:t>
              </a:r>
            </a:p>
            <a:p>
              <a:r>
                <a:rPr kumimoji="1" lang="en-US" altLang="ko-KR" sz="1200" dirty="0">
                  <a:solidFill>
                    <a:srgbClr val="C00000"/>
                  </a:solidFill>
                  <a:latin typeface="페이퍼로지 7 Bold" pitchFamily="2" charset="-127"/>
                  <a:ea typeface="페이퍼로지 7 Bold" pitchFamily="2" charset="-127"/>
                </a:rPr>
                <a:t>Hanoi Vietnam</a:t>
              </a:r>
            </a:p>
          </p:txBody>
        </p:sp>
      </p:grpSp>
      <p:grpSp>
        <p:nvGrpSpPr>
          <p:cNvPr id="42" name="그룹 41"/>
          <p:cNvGrpSpPr/>
          <p:nvPr/>
        </p:nvGrpSpPr>
        <p:grpSpPr>
          <a:xfrm>
            <a:off x="4881215" y="5369525"/>
            <a:ext cx="384801" cy="384799"/>
            <a:chOff x="5901873" y="2233339"/>
            <a:chExt cx="646901" cy="646899"/>
          </a:xfrm>
        </p:grpSpPr>
        <p:sp>
          <p:nvSpPr>
            <p:cNvPr id="43" name="자유형: 도형 101">
              <a:extLst>
                <a:ext uri="{FF2B5EF4-FFF2-40B4-BE49-F238E27FC236}">
                  <a16:creationId xmlns:a16="http://schemas.microsoft.com/office/drawing/2014/main" id="{910E85EE-6FD9-4569-AA2D-E254052ED510}"/>
                </a:ext>
              </a:extLst>
            </p:cNvPr>
            <p:cNvSpPr/>
            <p:nvPr/>
          </p:nvSpPr>
          <p:spPr>
            <a:xfrm>
              <a:off x="5901873" y="2233339"/>
              <a:ext cx="646901" cy="646899"/>
            </a:xfrm>
            <a:custGeom>
              <a:avLst/>
              <a:gdLst>
                <a:gd name="connsiteX0" fmla="*/ 254410 w 508820"/>
                <a:gd name="connsiteY0" fmla="*/ 217540 h 508820"/>
                <a:gd name="connsiteX1" fmla="*/ 217540 w 508820"/>
                <a:gd name="connsiteY1" fmla="*/ 254410 h 508820"/>
                <a:gd name="connsiteX2" fmla="*/ 254410 w 508820"/>
                <a:gd name="connsiteY2" fmla="*/ 291280 h 508820"/>
                <a:gd name="connsiteX3" fmla="*/ 291280 w 508820"/>
                <a:gd name="connsiteY3" fmla="*/ 254410 h 508820"/>
                <a:gd name="connsiteX4" fmla="*/ 254410 w 508820"/>
                <a:gd name="connsiteY4" fmla="*/ 217540 h 508820"/>
                <a:gd name="connsiteX5" fmla="*/ 254410 w 508820"/>
                <a:gd name="connsiteY5" fmla="*/ 0 h 508820"/>
                <a:gd name="connsiteX6" fmla="*/ 508820 w 508820"/>
                <a:gd name="connsiteY6" fmla="*/ 254410 h 508820"/>
                <a:gd name="connsiteX7" fmla="*/ 254410 w 508820"/>
                <a:gd name="connsiteY7" fmla="*/ 508820 h 508820"/>
                <a:gd name="connsiteX8" fmla="*/ 0 w 508820"/>
                <a:gd name="connsiteY8" fmla="*/ 254410 h 508820"/>
                <a:gd name="connsiteX9" fmla="*/ 254410 w 508820"/>
                <a:gd name="connsiteY9" fmla="*/ 0 h 5088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08820" h="508820">
                  <a:moveTo>
                    <a:pt x="254410" y="217540"/>
                  </a:moveTo>
                  <a:cubicBezTo>
                    <a:pt x="234047" y="217540"/>
                    <a:pt x="217540" y="234047"/>
                    <a:pt x="217540" y="254410"/>
                  </a:cubicBezTo>
                  <a:cubicBezTo>
                    <a:pt x="217540" y="274773"/>
                    <a:pt x="234047" y="291280"/>
                    <a:pt x="254410" y="291280"/>
                  </a:cubicBezTo>
                  <a:cubicBezTo>
                    <a:pt x="274773" y="291280"/>
                    <a:pt x="291280" y="274773"/>
                    <a:pt x="291280" y="254410"/>
                  </a:cubicBezTo>
                  <a:cubicBezTo>
                    <a:pt x="291280" y="234047"/>
                    <a:pt x="274773" y="217540"/>
                    <a:pt x="254410" y="217540"/>
                  </a:cubicBezTo>
                  <a:close/>
                  <a:moveTo>
                    <a:pt x="254410" y="0"/>
                  </a:moveTo>
                  <a:cubicBezTo>
                    <a:pt x="394917" y="0"/>
                    <a:pt x="508820" y="113903"/>
                    <a:pt x="508820" y="254410"/>
                  </a:cubicBezTo>
                  <a:cubicBezTo>
                    <a:pt x="508820" y="394917"/>
                    <a:pt x="394917" y="508820"/>
                    <a:pt x="254410" y="508820"/>
                  </a:cubicBezTo>
                  <a:cubicBezTo>
                    <a:pt x="113903" y="508820"/>
                    <a:pt x="0" y="394917"/>
                    <a:pt x="0" y="254410"/>
                  </a:cubicBezTo>
                  <a:cubicBezTo>
                    <a:pt x="0" y="113903"/>
                    <a:pt x="113903" y="0"/>
                    <a:pt x="254410" y="0"/>
                  </a:cubicBezTo>
                  <a:close/>
                </a:path>
              </a:pathLst>
            </a:custGeom>
            <a:solidFill>
              <a:srgbClr val="C00000">
                <a:alpha val="50000"/>
              </a:srgb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dirty="0"/>
            </a:p>
          </p:txBody>
        </p:sp>
        <p:sp>
          <p:nvSpPr>
            <p:cNvPr id="44" name="자유형: 도형 102">
              <a:extLst>
                <a:ext uri="{FF2B5EF4-FFF2-40B4-BE49-F238E27FC236}">
                  <a16:creationId xmlns:a16="http://schemas.microsoft.com/office/drawing/2014/main" id="{2A4AE090-F37A-414F-9DDD-2D046A5485CA}"/>
                </a:ext>
              </a:extLst>
            </p:cNvPr>
            <p:cNvSpPr/>
            <p:nvPr/>
          </p:nvSpPr>
          <p:spPr>
            <a:xfrm>
              <a:off x="6049846" y="2381312"/>
              <a:ext cx="350953" cy="350951"/>
            </a:xfrm>
            <a:custGeom>
              <a:avLst/>
              <a:gdLst>
                <a:gd name="connsiteX0" fmla="*/ 138021 w 276042"/>
                <a:gd name="connsiteY0" fmla="*/ 101151 h 276042"/>
                <a:gd name="connsiteX1" fmla="*/ 101151 w 276042"/>
                <a:gd name="connsiteY1" fmla="*/ 138021 h 276042"/>
                <a:gd name="connsiteX2" fmla="*/ 138021 w 276042"/>
                <a:gd name="connsiteY2" fmla="*/ 174891 h 276042"/>
                <a:gd name="connsiteX3" fmla="*/ 174891 w 276042"/>
                <a:gd name="connsiteY3" fmla="*/ 138021 h 276042"/>
                <a:gd name="connsiteX4" fmla="*/ 138021 w 276042"/>
                <a:gd name="connsiteY4" fmla="*/ 101151 h 276042"/>
                <a:gd name="connsiteX5" fmla="*/ 138021 w 276042"/>
                <a:gd name="connsiteY5" fmla="*/ 0 h 276042"/>
                <a:gd name="connsiteX6" fmla="*/ 276042 w 276042"/>
                <a:gd name="connsiteY6" fmla="*/ 138021 h 276042"/>
                <a:gd name="connsiteX7" fmla="*/ 138021 w 276042"/>
                <a:gd name="connsiteY7" fmla="*/ 276042 h 276042"/>
                <a:gd name="connsiteX8" fmla="*/ 0 w 276042"/>
                <a:gd name="connsiteY8" fmla="*/ 138021 h 276042"/>
                <a:gd name="connsiteX9" fmla="*/ 138021 w 276042"/>
                <a:gd name="connsiteY9" fmla="*/ 0 h 2760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76042" h="276042">
                  <a:moveTo>
                    <a:pt x="138021" y="101151"/>
                  </a:moveTo>
                  <a:cubicBezTo>
                    <a:pt x="117658" y="101151"/>
                    <a:pt x="101151" y="117658"/>
                    <a:pt x="101151" y="138021"/>
                  </a:cubicBezTo>
                  <a:cubicBezTo>
                    <a:pt x="101151" y="158384"/>
                    <a:pt x="117658" y="174891"/>
                    <a:pt x="138021" y="174891"/>
                  </a:cubicBezTo>
                  <a:cubicBezTo>
                    <a:pt x="158384" y="174891"/>
                    <a:pt x="174891" y="158384"/>
                    <a:pt x="174891" y="138021"/>
                  </a:cubicBezTo>
                  <a:cubicBezTo>
                    <a:pt x="174891" y="117658"/>
                    <a:pt x="158384" y="101151"/>
                    <a:pt x="138021" y="101151"/>
                  </a:cubicBezTo>
                  <a:close/>
                  <a:moveTo>
                    <a:pt x="138021" y="0"/>
                  </a:moveTo>
                  <a:cubicBezTo>
                    <a:pt x="214248" y="0"/>
                    <a:pt x="276042" y="61794"/>
                    <a:pt x="276042" y="138021"/>
                  </a:cubicBezTo>
                  <a:cubicBezTo>
                    <a:pt x="276042" y="214248"/>
                    <a:pt x="214248" y="276042"/>
                    <a:pt x="138021" y="276042"/>
                  </a:cubicBezTo>
                  <a:cubicBezTo>
                    <a:pt x="61794" y="276042"/>
                    <a:pt x="0" y="214248"/>
                    <a:pt x="0" y="138021"/>
                  </a:cubicBezTo>
                  <a:cubicBezTo>
                    <a:pt x="0" y="61794"/>
                    <a:pt x="61794" y="0"/>
                    <a:pt x="138021" y="0"/>
                  </a:cubicBezTo>
                  <a:close/>
                </a:path>
              </a:pathLst>
            </a:custGeom>
            <a:solidFill>
              <a:srgbClr val="C00000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dirty="0"/>
            </a:p>
          </p:txBody>
        </p:sp>
      </p:grpSp>
      <p:grpSp>
        <p:nvGrpSpPr>
          <p:cNvPr id="45" name="그룹 44"/>
          <p:cNvGrpSpPr/>
          <p:nvPr/>
        </p:nvGrpSpPr>
        <p:grpSpPr>
          <a:xfrm>
            <a:off x="5536100" y="5376808"/>
            <a:ext cx="2528168" cy="800799"/>
            <a:chOff x="1128651" y="5522974"/>
            <a:chExt cx="2659533" cy="800799"/>
          </a:xfrm>
        </p:grpSpPr>
        <p:sp>
          <p:nvSpPr>
            <p:cNvPr id="46" name="TextBox 45"/>
            <p:cNvSpPr txBox="1"/>
            <p:nvPr/>
          </p:nvSpPr>
          <p:spPr>
            <a:xfrm>
              <a:off x="1128651" y="5522974"/>
              <a:ext cx="2659533" cy="4001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kumimoji="1" lang="ko-KR" altLang="en-US" sz="2000" dirty="0">
                  <a:solidFill>
                    <a:srgbClr val="C00000"/>
                  </a:solidFill>
                  <a:latin typeface="페이퍼로지 7 Bold" pitchFamily="2" charset="-127"/>
                  <a:ea typeface="페이퍼로지 7 Bold" pitchFamily="2" charset="-127"/>
                </a:rPr>
                <a:t>남부</a:t>
              </a:r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1128651" y="5862108"/>
              <a:ext cx="2560752" cy="46166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kumimoji="1"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5 Medium" pitchFamily="2" charset="-127"/>
                  <a:ea typeface="페이퍼로지 5 Medium" pitchFamily="2" charset="-127"/>
                </a:rPr>
                <a:t>ETTE REACT </a:t>
              </a:r>
            </a:p>
            <a:p>
              <a:r>
                <a:rPr kumimoji="1" lang="en-US" altLang="ko-KR" sz="1200" dirty="0">
                  <a:solidFill>
                    <a:srgbClr val="C00000"/>
                  </a:solidFill>
                  <a:latin typeface="페이퍼로지 7 Bold" pitchFamily="2" charset="-127"/>
                  <a:ea typeface="페이퍼로지 7 Bold" pitchFamily="2" charset="-127"/>
                </a:rPr>
                <a:t>HO Chi Minh Vietnam</a:t>
              </a:r>
            </a:p>
          </p:txBody>
        </p:sp>
      </p:grpSp>
      <p:grpSp>
        <p:nvGrpSpPr>
          <p:cNvPr id="48" name="그룹 47"/>
          <p:cNvGrpSpPr/>
          <p:nvPr/>
        </p:nvGrpSpPr>
        <p:grpSpPr>
          <a:xfrm>
            <a:off x="4980065" y="3914894"/>
            <a:ext cx="384801" cy="384799"/>
            <a:chOff x="5901873" y="2233339"/>
            <a:chExt cx="646901" cy="646899"/>
          </a:xfrm>
        </p:grpSpPr>
        <p:sp>
          <p:nvSpPr>
            <p:cNvPr id="49" name="자유형: 도형 101">
              <a:extLst>
                <a:ext uri="{FF2B5EF4-FFF2-40B4-BE49-F238E27FC236}">
                  <a16:creationId xmlns:a16="http://schemas.microsoft.com/office/drawing/2014/main" id="{910E85EE-6FD9-4569-AA2D-E254052ED510}"/>
                </a:ext>
              </a:extLst>
            </p:cNvPr>
            <p:cNvSpPr/>
            <p:nvPr/>
          </p:nvSpPr>
          <p:spPr>
            <a:xfrm>
              <a:off x="5901873" y="2233339"/>
              <a:ext cx="646901" cy="646899"/>
            </a:xfrm>
            <a:custGeom>
              <a:avLst/>
              <a:gdLst>
                <a:gd name="connsiteX0" fmla="*/ 254410 w 508820"/>
                <a:gd name="connsiteY0" fmla="*/ 217540 h 508820"/>
                <a:gd name="connsiteX1" fmla="*/ 217540 w 508820"/>
                <a:gd name="connsiteY1" fmla="*/ 254410 h 508820"/>
                <a:gd name="connsiteX2" fmla="*/ 254410 w 508820"/>
                <a:gd name="connsiteY2" fmla="*/ 291280 h 508820"/>
                <a:gd name="connsiteX3" fmla="*/ 291280 w 508820"/>
                <a:gd name="connsiteY3" fmla="*/ 254410 h 508820"/>
                <a:gd name="connsiteX4" fmla="*/ 254410 w 508820"/>
                <a:gd name="connsiteY4" fmla="*/ 217540 h 508820"/>
                <a:gd name="connsiteX5" fmla="*/ 254410 w 508820"/>
                <a:gd name="connsiteY5" fmla="*/ 0 h 508820"/>
                <a:gd name="connsiteX6" fmla="*/ 508820 w 508820"/>
                <a:gd name="connsiteY6" fmla="*/ 254410 h 508820"/>
                <a:gd name="connsiteX7" fmla="*/ 254410 w 508820"/>
                <a:gd name="connsiteY7" fmla="*/ 508820 h 508820"/>
                <a:gd name="connsiteX8" fmla="*/ 0 w 508820"/>
                <a:gd name="connsiteY8" fmla="*/ 254410 h 508820"/>
                <a:gd name="connsiteX9" fmla="*/ 254410 w 508820"/>
                <a:gd name="connsiteY9" fmla="*/ 0 h 5088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08820" h="508820">
                  <a:moveTo>
                    <a:pt x="254410" y="217540"/>
                  </a:moveTo>
                  <a:cubicBezTo>
                    <a:pt x="234047" y="217540"/>
                    <a:pt x="217540" y="234047"/>
                    <a:pt x="217540" y="254410"/>
                  </a:cubicBezTo>
                  <a:cubicBezTo>
                    <a:pt x="217540" y="274773"/>
                    <a:pt x="234047" y="291280"/>
                    <a:pt x="254410" y="291280"/>
                  </a:cubicBezTo>
                  <a:cubicBezTo>
                    <a:pt x="274773" y="291280"/>
                    <a:pt x="291280" y="274773"/>
                    <a:pt x="291280" y="254410"/>
                  </a:cubicBezTo>
                  <a:cubicBezTo>
                    <a:pt x="291280" y="234047"/>
                    <a:pt x="274773" y="217540"/>
                    <a:pt x="254410" y="217540"/>
                  </a:cubicBezTo>
                  <a:close/>
                  <a:moveTo>
                    <a:pt x="254410" y="0"/>
                  </a:moveTo>
                  <a:cubicBezTo>
                    <a:pt x="394917" y="0"/>
                    <a:pt x="508820" y="113903"/>
                    <a:pt x="508820" y="254410"/>
                  </a:cubicBezTo>
                  <a:cubicBezTo>
                    <a:pt x="508820" y="394917"/>
                    <a:pt x="394917" y="508820"/>
                    <a:pt x="254410" y="508820"/>
                  </a:cubicBezTo>
                  <a:cubicBezTo>
                    <a:pt x="113903" y="508820"/>
                    <a:pt x="0" y="394917"/>
                    <a:pt x="0" y="254410"/>
                  </a:cubicBezTo>
                  <a:cubicBezTo>
                    <a:pt x="0" y="113903"/>
                    <a:pt x="113903" y="0"/>
                    <a:pt x="254410" y="0"/>
                  </a:cubicBezTo>
                  <a:close/>
                </a:path>
              </a:pathLst>
            </a:custGeom>
            <a:solidFill>
              <a:srgbClr val="C00000">
                <a:alpha val="50000"/>
              </a:srgb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dirty="0"/>
            </a:p>
          </p:txBody>
        </p:sp>
        <p:sp>
          <p:nvSpPr>
            <p:cNvPr id="50" name="자유형: 도형 102">
              <a:extLst>
                <a:ext uri="{FF2B5EF4-FFF2-40B4-BE49-F238E27FC236}">
                  <a16:creationId xmlns:a16="http://schemas.microsoft.com/office/drawing/2014/main" id="{2A4AE090-F37A-414F-9DDD-2D046A5485CA}"/>
                </a:ext>
              </a:extLst>
            </p:cNvPr>
            <p:cNvSpPr/>
            <p:nvPr/>
          </p:nvSpPr>
          <p:spPr>
            <a:xfrm>
              <a:off x="6049846" y="2381312"/>
              <a:ext cx="350953" cy="350951"/>
            </a:xfrm>
            <a:custGeom>
              <a:avLst/>
              <a:gdLst>
                <a:gd name="connsiteX0" fmla="*/ 138021 w 276042"/>
                <a:gd name="connsiteY0" fmla="*/ 101151 h 276042"/>
                <a:gd name="connsiteX1" fmla="*/ 101151 w 276042"/>
                <a:gd name="connsiteY1" fmla="*/ 138021 h 276042"/>
                <a:gd name="connsiteX2" fmla="*/ 138021 w 276042"/>
                <a:gd name="connsiteY2" fmla="*/ 174891 h 276042"/>
                <a:gd name="connsiteX3" fmla="*/ 174891 w 276042"/>
                <a:gd name="connsiteY3" fmla="*/ 138021 h 276042"/>
                <a:gd name="connsiteX4" fmla="*/ 138021 w 276042"/>
                <a:gd name="connsiteY4" fmla="*/ 101151 h 276042"/>
                <a:gd name="connsiteX5" fmla="*/ 138021 w 276042"/>
                <a:gd name="connsiteY5" fmla="*/ 0 h 276042"/>
                <a:gd name="connsiteX6" fmla="*/ 276042 w 276042"/>
                <a:gd name="connsiteY6" fmla="*/ 138021 h 276042"/>
                <a:gd name="connsiteX7" fmla="*/ 138021 w 276042"/>
                <a:gd name="connsiteY7" fmla="*/ 276042 h 276042"/>
                <a:gd name="connsiteX8" fmla="*/ 0 w 276042"/>
                <a:gd name="connsiteY8" fmla="*/ 138021 h 276042"/>
                <a:gd name="connsiteX9" fmla="*/ 138021 w 276042"/>
                <a:gd name="connsiteY9" fmla="*/ 0 h 2760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76042" h="276042">
                  <a:moveTo>
                    <a:pt x="138021" y="101151"/>
                  </a:moveTo>
                  <a:cubicBezTo>
                    <a:pt x="117658" y="101151"/>
                    <a:pt x="101151" y="117658"/>
                    <a:pt x="101151" y="138021"/>
                  </a:cubicBezTo>
                  <a:cubicBezTo>
                    <a:pt x="101151" y="158384"/>
                    <a:pt x="117658" y="174891"/>
                    <a:pt x="138021" y="174891"/>
                  </a:cubicBezTo>
                  <a:cubicBezTo>
                    <a:pt x="158384" y="174891"/>
                    <a:pt x="174891" y="158384"/>
                    <a:pt x="174891" y="138021"/>
                  </a:cubicBezTo>
                  <a:cubicBezTo>
                    <a:pt x="174891" y="117658"/>
                    <a:pt x="158384" y="101151"/>
                    <a:pt x="138021" y="101151"/>
                  </a:cubicBezTo>
                  <a:close/>
                  <a:moveTo>
                    <a:pt x="138021" y="0"/>
                  </a:moveTo>
                  <a:cubicBezTo>
                    <a:pt x="214248" y="0"/>
                    <a:pt x="276042" y="61794"/>
                    <a:pt x="276042" y="138021"/>
                  </a:cubicBezTo>
                  <a:cubicBezTo>
                    <a:pt x="276042" y="214248"/>
                    <a:pt x="214248" y="276042"/>
                    <a:pt x="138021" y="276042"/>
                  </a:cubicBezTo>
                  <a:cubicBezTo>
                    <a:pt x="61794" y="276042"/>
                    <a:pt x="0" y="214248"/>
                    <a:pt x="0" y="138021"/>
                  </a:cubicBezTo>
                  <a:cubicBezTo>
                    <a:pt x="0" y="61794"/>
                    <a:pt x="61794" y="0"/>
                    <a:pt x="138021" y="0"/>
                  </a:cubicBezTo>
                  <a:close/>
                </a:path>
              </a:pathLst>
            </a:custGeom>
            <a:solidFill>
              <a:srgbClr val="C00000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dirty="0"/>
            </a:p>
          </p:txBody>
        </p:sp>
      </p:grpSp>
      <p:grpSp>
        <p:nvGrpSpPr>
          <p:cNvPr id="51" name="그룹 50"/>
          <p:cNvGrpSpPr/>
          <p:nvPr/>
        </p:nvGrpSpPr>
        <p:grpSpPr>
          <a:xfrm>
            <a:off x="2031146" y="3880243"/>
            <a:ext cx="2529516" cy="800799"/>
            <a:chOff x="1128651" y="5522974"/>
            <a:chExt cx="2660951" cy="800799"/>
          </a:xfrm>
        </p:grpSpPr>
        <p:sp>
          <p:nvSpPr>
            <p:cNvPr id="52" name="TextBox 51"/>
            <p:cNvSpPr txBox="1"/>
            <p:nvPr/>
          </p:nvSpPr>
          <p:spPr>
            <a:xfrm>
              <a:off x="1128651" y="5522974"/>
              <a:ext cx="2659533" cy="4001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r"/>
              <a:r>
                <a:rPr kumimoji="1" lang="ko-KR" altLang="en-US" sz="2000" dirty="0">
                  <a:solidFill>
                    <a:srgbClr val="C00000"/>
                  </a:solidFill>
                  <a:latin typeface="페이퍼로지 7 Bold" pitchFamily="2" charset="-127"/>
                  <a:ea typeface="페이퍼로지 7 Bold" pitchFamily="2" charset="-127"/>
                </a:rPr>
                <a:t>중부</a:t>
              </a:r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1228850" y="5862108"/>
              <a:ext cx="2560752" cy="46166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r"/>
              <a:r>
                <a:rPr kumimoji="1"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5 Medium" pitchFamily="2" charset="-127"/>
                  <a:ea typeface="페이퍼로지 5 Medium" pitchFamily="2" charset="-127"/>
                </a:rPr>
                <a:t>KBINVIET</a:t>
              </a:r>
            </a:p>
            <a:p>
              <a:pPr algn="r"/>
              <a:r>
                <a:rPr kumimoji="1" lang="en-US" altLang="ko-KR" sz="1200" dirty="0" err="1">
                  <a:solidFill>
                    <a:srgbClr val="C00000"/>
                  </a:solidFill>
                  <a:latin typeface="페이퍼로지 7 Bold" pitchFamily="2" charset="-127"/>
                  <a:ea typeface="페이퍼로지 7 Bold" pitchFamily="2" charset="-127"/>
                </a:rPr>
                <a:t>Nghe</a:t>
              </a:r>
              <a:r>
                <a:rPr kumimoji="1" lang="en-US" altLang="ko-KR" sz="1200" dirty="0">
                  <a:solidFill>
                    <a:srgbClr val="C00000"/>
                  </a:solidFill>
                  <a:latin typeface="페이퍼로지 7 Bold" pitchFamily="2" charset="-127"/>
                  <a:ea typeface="페이퍼로지 7 Bold" pitchFamily="2" charset="-127"/>
                </a:rPr>
                <a:t> An Vietnam</a:t>
              </a:r>
            </a:p>
          </p:txBody>
        </p:sp>
      </p:grpSp>
      <p:pic>
        <p:nvPicPr>
          <p:cNvPr id="3074" name="Picture 2" descr="E:\방수액\KakaoTalk_20250612_152127005_06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0916" y="2505701"/>
            <a:ext cx="3014710" cy="17746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5" name="Picture 3" descr="E:\방수액\KakaoTalk_20250613_112029464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46465" y="2992201"/>
            <a:ext cx="2778021" cy="2069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4" name="그림 5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25705" y="2992202"/>
            <a:ext cx="3115711" cy="2069998"/>
          </a:xfrm>
          <a:prstGeom prst="rect">
            <a:avLst/>
          </a:prstGeom>
        </p:spPr>
      </p:pic>
      <p:grpSp>
        <p:nvGrpSpPr>
          <p:cNvPr id="57" name="그룹 56"/>
          <p:cNvGrpSpPr/>
          <p:nvPr/>
        </p:nvGrpSpPr>
        <p:grpSpPr>
          <a:xfrm>
            <a:off x="386176" y="5178915"/>
            <a:ext cx="296781" cy="296779"/>
            <a:chOff x="5901873" y="2233339"/>
            <a:chExt cx="646901" cy="646899"/>
          </a:xfrm>
        </p:grpSpPr>
        <p:sp>
          <p:nvSpPr>
            <p:cNvPr id="58" name="자유형: 도형 101">
              <a:extLst>
                <a:ext uri="{FF2B5EF4-FFF2-40B4-BE49-F238E27FC236}">
                  <a16:creationId xmlns:a16="http://schemas.microsoft.com/office/drawing/2014/main" id="{910E85EE-6FD9-4569-AA2D-E254052ED510}"/>
                </a:ext>
              </a:extLst>
            </p:cNvPr>
            <p:cNvSpPr/>
            <p:nvPr/>
          </p:nvSpPr>
          <p:spPr>
            <a:xfrm>
              <a:off x="5901873" y="2233339"/>
              <a:ext cx="646901" cy="646899"/>
            </a:xfrm>
            <a:custGeom>
              <a:avLst/>
              <a:gdLst>
                <a:gd name="connsiteX0" fmla="*/ 254410 w 508820"/>
                <a:gd name="connsiteY0" fmla="*/ 217540 h 508820"/>
                <a:gd name="connsiteX1" fmla="*/ 217540 w 508820"/>
                <a:gd name="connsiteY1" fmla="*/ 254410 h 508820"/>
                <a:gd name="connsiteX2" fmla="*/ 254410 w 508820"/>
                <a:gd name="connsiteY2" fmla="*/ 291280 h 508820"/>
                <a:gd name="connsiteX3" fmla="*/ 291280 w 508820"/>
                <a:gd name="connsiteY3" fmla="*/ 254410 h 508820"/>
                <a:gd name="connsiteX4" fmla="*/ 254410 w 508820"/>
                <a:gd name="connsiteY4" fmla="*/ 217540 h 508820"/>
                <a:gd name="connsiteX5" fmla="*/ 254410 w 508820"/>
                <a:gd name="connsiteY5" fmla="*/ 0 h 508820"/>
                <a:gd name="connsiteX6" fmla="*/ 508820 w 508820"/>
                <a:gd name="connsiteY6" fmla="*/ 254410 h 508820"/>
                <a:gd name="connsiteX7" fmla="*/ 254410 w 508820"/>
                <a:gd name="connsiteY7" fmla="*/ 508820 h 508820"/>
                <a:gd name="connsiteX8" fmla="*/ 0 w 508820"/>
                <a:gd name="connsiteY8" fmla="*/ 254410 h 508820"/>
                <a:gd name="connsiteX9" fmla="*/ 254410 w 508820"/>
                <a:gd name="connsiteY9" fmla="*/ 0 h 5088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08820" h="508820">
                  <a:moveTo>
                    <a:pt x="254410" y="217540"/>
                  </a:moveTo>
                  <a:cubicBezTo>
                    <a:pt x="234047" y="217540"/>
                    <a:pt x="217540" y="234047"/>
                    <a:pt x="217540" y="254410"/>
                  </a:cubicBezTo>
                  <a:cubicBezTo>
                    <a:pt x="217540" y="274773"/>
                    <a:pt x="234047" y="291280"/>
                    <a:pt x="254410" y="291280"/>
                  </a:cubicBezTo>
                  <a:cubicBezTo>
                    <a:pt x="274773" y="291280"/>
                    <a:pt x="291280" y="274773"/>
                    <a:pt x="291280" y="254410"/>
                  </a:cubicBezTo>
                  <a:cubicBezTo>
                    <a:pt x="291280" y="234047"/>
                    <a:pt x="274773" y="217540"/>
                    <a:pt x="254410" y="217540"/>
                  </a:cubicBezTo>
                  <a:close/>
                  <a:moveTo>
                    <a:pt x="254410" y="0"/>
                  </a:moveTo>
                  <a:cubicBezTo>
                    <a:pt x="394917" y="0"/>
                    <a:pt x="508820" y="113903"/>
                    <a:pt x="508820" y="254410"/>
                  </a:cubicBezTo>
                  <a:cubicBezTo>
                    <a:pt x="508820" y="394917"/>
                    <a:pt x="394917" y="508820"/>
                    <a:pt x="254410" y="508820"/>
                  </a:cubicBezTo>
                  <a:cubicBezTo>
                    <a:pt x="113903" y="508820"/>
                    <a:pt x="0" y="394917"/>
                    <a:pt x="0" y="254410"/>
                  </a:cubicBezTo>
                  <a:cubicBezTo>
                    <a:pt x="0" y="113903"/>
                    <a:pt x="113903" y="0"/>
                    <a:pt x="254410" y="0"/>
                  </a:cubicBezTo>
                  <a:close/>
                </a:path>
              </a:pathLst>
            </a:custGeom>
            <a:solidFill>
              <a:srgbClr val="C00000">
                <a:alpha val="50000"/>
              </a:srgb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dirty="0"/>
            </a:p>
          </p:txBody>
        </p:sp>
        <p:sp>
          <p:nvSpPr>
            <p:cNvPr id="59" name="자유형: 도형 102">
              <a:extLst>
                <a:ext uri="{FF2B5EF4-FFF2-40B4-BE49-F238E27FC236}">
                  <a16:creationId xmlns:a16="http://schemas.microsoft.com/office/drawing/2014/main" id="{2A4AE090-F37A-414F-9DDD-2D046A5485CA}"/>
                </a:ext>
              </a:extLst>
            </p:cNvPr>
            <p:cNvSpPr/>
            <p:nvPr/>
          </p:nvSpPr>
          <p:spPr>
            <a:xfrm>
              <a:off x="6049846" y="2381312"/>
              <a:ext cx="350953" cy="350951"/>
            </a:xfrm>
            <a:custGeom>
              <a:avLst/>
              <a:gdLst>
                <a:gd name="connsiteX0" fmla="*/ 138021 w 276042"/>
                <a:gd name="connsiteY0" fmla="*/ 101151 h 276042"/>
                <a:gd name="connsiteX1" fmla="*/ 101151 w 276042"/>
                <a:gd name="connsiteY1" fmla="*/ 138021 h 276042"/>
                <a:gd name="connsiteX2" fmla="*/ 138021 w 276042"/>
                <a:gd name="connsiteY2" fmla="*/ 174891 h 276042"/>
                <a:gd name="connsiteX3" fmla="*/ 174891 w 276042"/>
                <a:gd name="connsiteY3" fmla="*/ 138021 h 276042"/>
                <a:gd name="connsiteX4" fmla="*/ 138021 w 276042"/>
                <a:gd name="connsiteY4" fmla="*/ 101151 h 276042"/>
                <a:gd name="connsiteX5" fmla="*/ 138021 w 276042"/>
                <a:gd name="connsiteY5" fmla="*/ 0 h 276042"/>
                <a:gd name="connsiteX6" fmla="*/ 276042 w 276042"/>
                <a:gd name="connsiteY6" fmla="*/ 138021 h 276042"/>
                <a:gd name="connsiteX7" fmla="*/ 138021 w 276042"/>
                <a:gd name="connsiteY7" fmla="*/ 276042 h 276042"/>
                <a:gd name="connsiteX8" fmla="*/ 0 w 276042"/>
                <a:gd name="connsiteY8" fmla="*/ 138021 h 276042"/>
                <a:gd name="connsiteX9" fmla="*/ 138021 w 276042"/>
                <a:gd name="connsiteY9" fmla="*/ 0 h 2760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76042" h="276042">
                  <a:moveTo>
                    <a:pt x="138021" y="101151"/>
                  </a:moveTo>
                  <a:cubicBezTo>
                    <a:pt x="117658" y="101151"/>
                    <a:pt x="101151" y="117658"/>
                    <a:pt x="101151" y="138021"/>
                  </a:cubicBezTo>
                  <a:cubicBezTo>
                    <a:pt x="101151" y="158384"/>
                    <a:pt x="117658" y="174891"/>
                    <a:pt x="138021" y="174891"/>
                  </a:cubicBezTo>
                  <a:cubicBezTo>
                    <a:pt x="158384" y="174891"/>
                    <a:pt x="174891" y="158384"/>
                    <a:pt x="174891" y="138021"/>
                  </a:cubicBezTo>
                  <a:cubicBezTo>
                    <a:pt x="174891" y="117658"/>
                    <a:pt x="158384" y="101151"/>
                    <a:pt x="138021" y="101151"/>
                  </a:cubicBezTo>
                  <a:close/>
                  <a:moveTo>
                    <a:pt x="138021" y="0"/>
                  </a:moveTo>
                  <a:cubicBezTo>
                    <a:pt x="214248" y="0"/>
                    <a:pt x="276042" y="61794"/>
                    <a:pt x="276042" y="138021"/>
                  </a:cubicBezTo>
                  <a:cubicBezTo>
                    <a:pt x="276042" y="214248"/>
                    <a:pt x="214248" y="276042"/>
                    <a:pt x="138021" y="276042"/>
                  </a:cubicBezTo>
                  <a:cubicBezTo>
                    <a:pt x="61794" y="276042"/>
                    <a:pt x="0" y="214248"/>
                    <a:pt x="0" y="138021"/>
                  </a:cubicBezTo>
                  <a:cubicBezTo>
                    <a:pt x="0" y="61794"/>
                    <a:pt x="61794" y="0"/>
                    <a:pt x="138021" y="0"/>
                  </a:cubicBezTo>
                  <a:close/>
                </a:path>
              </a:pathLst>
            </a:custGeom>
            <a:solidFill>
              <a:srgbClr val="C00000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dirty="0"/>
            </a:p>
          </p:txBody>
        </p:sp>
      </p:grpSp>
      <p:grpSp>
        <p:nvGrpSpPr>
          <p:cNvPr id="60" name="그룹 59"/>
          <p:cNvGrpSpPr/>
          <p:nvPr/>
        </p:nvGrpSpPr>
        <p:grpSpPr>
          <a:xfrm>
            <a:off x="765984" y="5119470"/>
            <a:ext cx="3241114" cy="558983"/>
            <a:chOff x="1128651" y="5522974"/>
            <a:chExt cx="2659533" cy="558983"/>
          </a:xfrm>
        </p:grpSpPr>
        <p:sp>
          <p:nvSpPr>
            <p:cNvPr id="61" name="TextBox 60"/>
            <p:cNvSpPr txBox="1"/>
            <p:nvPr/>
          </p:nvSpPr>
          <p:spPr>
            <a:xfrm>
              <a:off x="1128651" y="5522974"/>
              <a:ext cx="2659533" cy="33855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kumimoji="1" lang="ko-KR" altLang="en-US" sz="1600" dirty="0">
                  <a:solidFill>
                    <a:srgbClr val="C00000"/>
                  </a:solidFill>
                  <a:latin typeface="페이퍼로지 7 Bold" pitchFamily="2" charset="-127"/>
                  <a:ea typeface="페이퍼로지 7 Bold" pitchFamily="2" charset="-127"/>
                </a:rPr>
                <a:t>캄보디아</a:t>
              </a:r>
              <a:endParaRPr kumimoji="1" lang="ko-KR" altLang="en-US" sz="2000" dirty="0">
                <a:solidFill>
                  <a:srgbClr val="C00000"/>
                </a:solidFill>
                <a:latin typeface="페이퍼로지 7 Bold" pitchFamily="2" charset="-127"/>
                <a:ea typeface="페이퍼로지 7 Bold" pitchFamily="2" charset="-127"/>
              </a:endParaRPr>
            </a:p>
          </p:txBody>
        </p:sp>
        <p:sp>
          <p:nvSpPr>
            <p:cNvPr id="62" name="TextBox 61"/>
            <p:cNvSpPr txBox="1"/>
            <p:nvPr/>
          </p:nvSpPr>
          <p:spPr>
            <a:xfrm>
              <a:off x="1128651" y="5804958"/>
              <a:ext cx="2560752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kumimoji="1"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5 Medium" pitchFamily="2" charset="-127"/>
                  <a:ea typeface="페이퍼로지 5 Medium" pitchFamily="2" charset="-127"/>
                </a:rPr>
                <a:t>SHINYOUNG INDUSTRIAL CO., LTD</a:t>
              </a:r>
              <a:endParaRPr kumimoji="1" lang="en-US" altLang="ko-KR" sz="1200" dirty="0">
                <a:solidFill>
                  <a:srgbClr val="C00000"/>
                </a:solidFill>
                <a:latin typeface="페이퍼로지 7 Bold" pitchFamily="2" charset="-127"/>
                <a:ea typeface="페이퍼로지 7 Bold" pitchFamily="2" charset="-127"/>
              </a:endParaRPr>
            </a:p>
          </p:txBody>
        </p:sp>
      </p:grpSp>
      <p:grpSp>
        <p:nvGrpSpPr>
          <p:cNvPr id="69" name="그룹 68"/>
          <p:cNvGrpSpPr/>
          <p:nvPr/>
        </p:nvGrpSpPr>
        <p:grpSpPr>
          <a:xfrm>
            <a:off x="386176" y="5685568"/>
            <a:ext cx="296781" cy="296779"/>
            <a:chOff x="5901873" y="2233339"/>
            <a:chExt cx="646901" cy="646899"/>
          </a:xfrm>
        </p:grpSpPr>
        <p:sp>
          <p:nvSpPr>
            <p:cNvPr id="70" name="자유형: 도형 101">
              <a:extLst>
                <a:ext uri="{FF2B5EF4-FFF2-40B4-BE49-F238E27FC236}">
                  <a16:creationId xmlns:a16="http://schemas.microsoft.com/office/drawing/2014/main" id="{910E85EE-6FD9-4569-AA2D-E254052ED510}"/>
                </a:ext>
              </a:extLst>
            </p:cNvPr>
            <p:cNvSpPr/>
            <p:nvPr/>
          </p:nvSpPr>
          <p:spPr>
            <a:xfrm>
              <a:off x="5901873" y="2233339"/>
              <a:ext cx="646901" cy="646899"/>
            </a:xfrm>
            <a:custGeom>
              <a:avLst/>
              <a:gdLst>
                <a:gd name="connsiteX0" fmla="*/ 254410 w 508820"/>
                <a:gd name="connsiteY0" fmla="*/ 217540 h 508820"/>
                <a:gd name="connsiteX1" fmla="*/ 217540 w 508820"/>
                <a:gd name="connsiteY1" fmla="*/ 254410 h 508820"/>
                <a:gd name="connsiteX2" fmla="*/ 254410 w 508820"/>
                <a:gd name="connsiteY2" fmla="*/ 291280 h 508820"/>
                <a:gd name="connsiteX3" fmla="*/ 291280 w 508820"/>
                <a:gd name="connsiteY3" fmla="*/ 254410 h 508820"/>
                <a:gd name="connsiteX4" fmla="*/ 254410 w 508820"/>
                <a:gd name="connsiteY4" fmla="*/ 217540 h 508820"/>
                <a:gd name="connsiteX5" fmla="*/ 254410 w 508820"/>
                <a:gd name="connsiteY5" fmla="*/ 0 h 508820"/>
                <a:gd name="connsiteX6" fmla="*/ 508820 w 508820"/>
                <a:gd name="connsiteY6" fmla="*/ 254410 h 508820"/>
                <a:gd name="connsiteX7" fmla="*/ 254410 w 508820"/>
                <a:gd name="connsiteY7" fmla="*/ 508820 h 508820"/>
                <a:gd name="connsiteX8" fmla="*/ 0 w 508820"/>
                <a:gd name="connsiteY8" fmla="*/ 254410 h 508820"/>
                <a:gd name="connsiteX9" fmla="*/ 254410 w 508820"/>
                <a:gd name="connsiteY9" fmla="*/ 0 h 5088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08820" h="508820">
                  <a:moveTo>
                    <a:pt x="254410" y="217540"/>
                  </a:moveTo>
                  <a:cubicBezTo>
                    <a:pt x="234047" y="217540"/>
                    <a:pt x="217540" y="234047"/>
                    <a:pt x="217540" y="254410"/>
                  </a:cubicBezTo>
                  <a:cubicBezTo>
                    <a:pt x="217540" y="274773"/>
                    <a:pt x="234047" y="291280"/>
                    <a:pt x="254410" y="291280"/>
                  </a:cubicBezTo>
                  <a:cubicBezTo>
                    <a:pt x="274773" y="291280"/>
                    <a:pt x="291280" y="274773"/>
                    <a:pt x="291280" y="254410"/>
                  </a:cubicBezTo>
                  <a:cubicBezTo>
                    <a:pt x="291280" y="234047"/>
                    <a:pt x="274773" y="217540"/>
                    <a:pt x="254410" y="217540"/>
                  </a:cubicBezTo>
                  <a:close/>
                  <a:moveTo>
                    <a:pt x="254410" y="0"/>
                  </a:moveTo>
                  <a:cubicBezTo>
                    <a:pt x="394917" y="0"/>
                    <a:pt x="508820" y="113903"/>
                    <a:pt x="508820" y="254410"/>
                  </a:cubicBezTo>
                  <a:cubicBezTo>
                    <a:pt x="508820" y="394917"/>
                    <a:pt x="394917" y="508820"/>
                    <a:pt x="254410" y="508820"/>
                  </a:cubicBezTo>
                  <a:cubicBezTo>
                    <a:pt x="113903" y="508820"/>
                    <a:pt x="0" y="394917"/>
                    <a:pt x="0" y="254410"/>
                  </a:cubicBezTo>
                  <a:cubicBezTo>
                    <a:pt x="0" y="113903"/>
                    <a:pt x="113903" y="0"/>
                    <a:pt x="254410" y="0"/>
                  </a:cubicBezTo>
                  <a:close/>
                </a:path>
              </a:pathLst>
            </a:custGeom>
            <a:solidFill>
              <a:srgbClr val="C00000">
                <a:alpha val="50000"/>
              </a:srgb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dirty="0"/>
            </a:p>
          </p:txBody>
        </p:sp>
        <p:sp>
          <p:nvSpPr>
            <p:cNvPr id="71" name="자유형: 도형 102">
              <a:extLst>
                <a:ext uri="{FF2B5EF4-FFF2-40B4-BE49-F238E27FC236}">
                  <a16:creationId xmlns:a16="http://schemas.microsoft.com/office/drawing/2014/main" id="{2A4AE090-F37A-414F-9DDD-2D046A5485CA}"/>
                </a:ext>
              </a:extLst>
            </p:cNvPr>
            <p:cNvSpPr/>
            <p:nvPr/>
          </p:nvSpPr>
          <p:spPr>
            <a:xfrm>
              <a:off x="6049846" y="2381312"/>
              <a:ext cx="350953" cy="350951"/>
            </a:xfrm>
            <a:custGeom>
              <a:avLst/>
              <a:gdLst>
                <a:gd name="connsiteX0" fmla="*/ 138021 w 276042"/>
                <a:gd name="connsiteY0" fmla="*/ 101151 h 276042"/>
                <a:gd name="connsiteX1" fmla="*/ 101151 w 276042"/>
                <a:gd name="connsiteY1" fmla="*/ 138021 h 276042"/>
                <a:gd name="connsiteX2" fmla="*/ 138021 w 276042"/>
                <a:gd name="connsiteY2" fmla="*/ 174891 h 276042"/>
                <a:gd name="connsiteX3" fmla="*/ 174891 w 276042"/>
                <a:gd name="connsiteY3" fmla="*/ 138021 h 276042"/>
                <a:gd name="connsiteX4" fmla="*/ 138021 w 276042"/>
                <a:gd name="connsiteY4" fmla="*/ 101151 h 276042"/>
                <a:gd name="connsiteX5" fmla="*/ 138021 w 276042"/>
                <a:gd name="connsiteY5" fmla="*/ 0 h 276042"/>
                <a:gd name="connsiteX6" fmla="*/ 276042 w 276042"/>
                <a:gd name="connsiteY6" fmla="*/ 138021 h 276042"/>
                <a:gd name="connsiteX7" fmla="*/ 138021 w 276042"/>
                <a:gd name="connsiteY7" fmla="*/ 276042 h 276042"/>
                <a:gd name="connsiteX8" fmla="*/ 0 w 276042"/>
                <a:gd name="connsiteY8" fmla="*/ 138021 h 276042"/>
                <a:gd name="connsiteX9" fmla="*/ 138021 w 276042"/>
                <a:gd name="connsiteY9" fmla="*/ 0 h 2760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76042" h="276042">
                  <a:moveTo>
                    <a:pt x="138021" y="101151"/>
                  </a:moveTo>
                  <a:cubicBezTo>
                    <a:pt x="117658" y="101151"/>
                    <a:pt x="101151" y="117658"/>
                    <a:pt x="101151" y="138021"/>
                  </a:cubicBezTo>
                  <a:cubicBezTo>
                    <a:pt x="101151" y="158384"/>
                    <a:pt x="117658" y="174891"/>
                    <a:pt x="138021" y="174891"/>
                  </a:cubicBezTo>
                  <a:cubicBezTo>
                    <a:pt x="158384" y="174891"/>
                    <a:pt x="174891" y="158384"/>
                    <a:pt x="174891" y="138021"/>
                  </a:cubicBezTo>
                  <a:cubicBezTo>
                    <a:pt x="174891" y="117658"/>
                    <a:pt x="158384" y="101151"/>
                    <a:pt x="138021" y="101151"/>
                  </a:cubicBezTo>
                  <a:close/>
                  <a:moveTo>
                    <a:pt x="138021" y="0"/>
                  </a:moveTo>
                  <a:cubicBezTo>
                    <a:pt x="214248" y="0"/>
                    <a:pt x="276042" y="61794"/>
                    <a:pt x="276042" y="138021"/>
                  </a:cubicBezTo>
                  <a:cubicBezTo>
                    <a:pt x="276042" y="214248"/>
                    <a:pt x="214248" y="276042"/>
                    <a:pt x="138021" y="276042"/>
                  </a:cubicBezTo>
                  <a:cubicBezTo>
                    <a:pt x="61794" y="276042"/>
                    <a:pt x="0" y="214248"/>
                    <a:pt x="0" y="138021"/>
                  </a:cubicBezTo>
                  <a:cubicBezTo>
                    <a:pt x="0" y="61794"/>
                    <a:pt x="61794" y="0"/>
                    <a:pt x="138021" y="0"/>
                  </a:cubicBezTo>
                  <a:close/>
                </a:path>
              </a:pathLst>
            </a:custGeom>
            <a:solidFill>
              <a:srgbClr val="C00000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dirty="0"/>
            </a:p>
          </p:txBody>
        </p:sp>
      </p:grpSp>
      <p:grpSp>
        <p:nvGrpSpPr>
          <p:cNvPr id="75" name="그룹 74"/>
          <p:cNvGrpSpPr/>
          <p:nvPr/>
        </p:nvGrpSpPr>
        <p:grpSpPr>
          <a:xfrm>
            <a:off x="765984" y="5676043"/>
            <a:ext cx="3241114" cy="558983"/>
            <a:chOff x="1128651" y="5522974"/>
            <a:chExt cx="2659533" cy="558983"/>
          </a:xfrm>
        </p:grpSpPr>
        <p:sp>
          <p:nvSpPr>
            <p:cNvPr id="76" name="TextBox 75"/>
            <p:cNvSpPr txBox="1"/>
            <p:nvPr/>
          </p:nvSpPr>
          <p:spPr>
            <a:xfrm>
              <a:off x="1128651" y="5522974"/>
              <a:ext cx="2659533" cy="33855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kumimoji="1" lang="ko-KR" altLang="en-US" sz="1600" dirty="0">
                  <a:solidFill>
                    <a:srgbClr val="C00000"/>
                  </a:solidFill>
                  <a:latin typeface="페이퍼로지 7 Bold" pitchFamily="2" charset="-127"/>
                  <a:ea typeface="페이퍼로지 7 Bold" pitchFamily="2" charset="-127"/>
                </a:rPr>
                <a:t>인도네시아</a:t>
              </a:r>
              <a:endParaRPr kumimoji="1" lang="ko-KR" altLang="en-US" sz="2000" dirty="0">
                <a:solidFill>
                  <a:srgbClr val="C00000"/>
                </a:solidFill>
                <a:latin typeface="페이퍼로지 7 Bold" pitchFamily="2" charset="-127"/>
                <a:ea typeface="페이퍼로지 7 Bold" pitchFamily="2" charset="-127"/>
              </a:endParaRPr>
            </a:p>
          </p:txBody>
        </p:sp>
        <p:sp>
          <p:nvSpPr>
            <p:cNvPr id="77" name="TextBox 76"/>
            <p:cNvSpPr txBox="1"/>
            <p:nvPr/>
          </p:nvSpPr>
          <p:spPr>
            <a:xfrm>
              <a:off x="1128651" y="5804958"/>
              <a:ext cx="2560752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kumimoji="1"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5 Medium" pitchFamily="2" charset="-127"/>
                  <a:ea typeface="페이퍼로지 5 Medium" pitchFamily="2" charset="-127"/>
                </a:rPr>
                <a:t>SHINYOUNG INDUSTRIAL CO., LTD</a:t>
              </a:r>
              <a:endParaRPr kumimoji="1" lang="en-US" altLang="ko-KR" sz="1200" dirty="0">
                <a:solidFill>
                  <a:srgbClr val="C00000"/>
                </a:solidFill>
                <a:latin typeface="페이퍼로지 7 Bold" pitchFamily="2" charset="-127"/>
                <a:ea typeface="페이퍼로지 7 Bold" pitchFamily="2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12169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개체 틀 10"/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200" b="10200"/>
          <a:stretch>
            <a:fillRect/>
          </a:stretch>
        </p:blipFill>
        <p:spPr/>
      </p:pic>
      <p:sp>
        <p:nvSpPr>
          <p:cNvPr id="12" name="직사각형 11">
            <a:extLst>
              <a:ext uri="{FF2B5EF4-FFF2-40B4-BE49-F238E27FC236}">
                <a16:creationId xmlns:a16="http://schemas.microsoft.com/office/drawing/2014/main" id="{07BBF2AE-3F71-504B-BD5E-2CBF6483E9AF}"/>
              </a:ext>
            </a:extLst>
          </p:cNvPr>
          <p:cNvSpPr/>
          <p:nvPr/>
        </p:nvSpPr>
        <p:spPr>
          <a:xfrm>
            <a:off x="0" y="1"/>
            <a:ext cx="12192000" cy="6857999"/>
          </a:xfrm>
          <a:prstGeom prst="rect">
            <a:avLst/>
          </a:prstGeom>
          <a:solidFill>
            <a:srgbClr val="302F2F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x-none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579E503-C49B-3144-B88F-68EBB80C7525}"/>
              </a:ext>
            </a:extLst>
          </p:cNvPr>
          <p:cNvSpPr txBox="1"/>
          <p:nvPr/>
        </p:nvSpPr>
        <p:spPr>
          <a:xfrm>
            <a:off x="1184760" y="3077248"/>
            <a:ext cx="4402930" cy="132343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kumimoji="1" lang="en-US" altLang="ko-KR" sz="8000" dirty="0">
                <a:solidFill>
                  <a:schemeClr val="bg1"/>
                </a:solidFill>
                <a:latin typeface="+mj-lt"/>
              </a:rPr>
              <a:t>Thank you</a:t>
            </a:r>
            <a:endParaRPr kumimoji="1" lang="ko-KR" altLang="en-US" sz="80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B843A6A6-CD96-EC42-A01C-24F3E307AED5}"/>
              </a:ext>
            </a:extLst>
          </p:cNvPr>
          <p:cNvSpPr/>
          <p:nvPr/>
        </p:nvSpPr>
        <p:spPr>
          <a:xfrm>
            <a:off x="6819900" y="5029200"/>
            <a:ext cx="4200525" cy="18288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x-none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01AAECB5-0BFA-1945-AB05-929DC7C40078}"/>
              </a:ext>
            </a:extLst>
          </p:cNvPr>
          <p:cNvSpPr/>
          <p:nvPr/>
        </p:nvSpPr>
        <p:spPr>
          <a:xfrm>
            <a:off x="87" y="6687631"/>
            <a:ext cx="3386138" cy="170371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x-none" altLang="en-US"/>
          </a:p>
        </p:txBody>
      </p:sp>
      <p:pic>
        <p:nvPicPr>
          <p:cNvPr id="18" name="그림 1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1113" y="2797561"/>
            <a:ext cx="2105112" cy="391456"/>
          </a:xfrm>
          <a:prstGeom prst="rect">
            <a:avLst/>
          </a:prstGeom>
        </p:spPr>
      </p:pic>
      <p:sp>
        <p:nvSpPr>
          <p:cNvPr id="19" name="모서리가 둥근 직사각형 18"/>
          <p:cNvSpPr/>
          <p:nvPr/>
        </p:nvSpPr>
        <p:spPr>
          <a:xfrm>
            <a:off x="6818152" y="3971927"/>
            <a:ext cx="4200525" cy="2886075"/>
          </a:xfrm>
          <a:prstGeom prst="roundRect">
            <a:avLst>
              <a:gd name="adj" fmla="val 11056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0F58C66-D38D-D241-A48A-3D7FB36D4030}"/>
              </a:ext>
            </a:extLst>
          </p:cNvPr>
          <p:cNvSpPr txBox="1"/>
          <p:nvPr/>
        </p:nvSpPr>
        <p:spPr>
          <a:xfrm>
            <a:off x="7361870" y="4382116"/>
            <a:ext cx="2142331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kumimoji="1" lang="en-US" altLang="ko-KR" sz="2400" dirty="0">
                <a:solidFill>
                  <a:schemeClr val="bg1"/>
                </a:solidFill>
                <a:latin typeface="+mj-lt"/>
              </a:rPr>
              <a:t>Best Winner </a:t>
            </a:r>
            <a:r>
              <a:rPr kumimoji="1" lang="en-US" altLang="ko-KR" sz="2400" dirty="0" err="1">
                <a:solidFill>
                  <a:schemeClr val="bg1"/>
                </a:solidFill>
                <a:latin typeface="+mj-lt"/>
              </a:rPr>
              <a:t>vn</a:t>
            </a:r>
            <a:endParaRPr kumimoji="1" lang="en-US" altLang="ko-KR" sz="24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16" name="직사각형 15"/>
          <p:cNvSpPr/>
          <p:nvPr/>
        </p:nvSpPr>
        <p:spPr>
          <a:xfrm>
            <a:off x="7359860" y="4941113"/>
            <a:ext cx="3182567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200" dirty="0">
                <a:solidFill>
                  <a:schemeClr val="bg1"/>
                </a:solidFill>
                <a:latin typeface="페이퍼로지 4 Regular" pitchFamily="2" charset="-127"/>
                <a:ea typeface="페이퍼로지 4 Regular" pitchFamily="2" charset="-127"/>
              </a:rPr>
              <a:t>086</a:t>
            </a:r>
            <a:r>
              <a:rPr lang="ko-KR" altLang="en-US" sz="1200" dirty="0">
                <a:solidFill>
                  <a:schemeClr val="bg1"/>
                </a:solidFill>
                <a:latin typeface="페이퍼로지 4 Regular" pitchFamily="2" charset="-127"/>
                <a:ea typeface="페이퍼로지 4 Regular" pitchFamily="2" charset="-127"/>
              </a:rPr>
              <a:t> </a:t>
            </a:r>
            <a:r>
              <a:rPr lang="en-US" altLang="ko-KR" sz="1200" dirty="0">
                <a:solidFill>
                  <a:schemeClr val="bg1"/>
                </a:solidFill>
                <a:latin typeface="페이퍼로지 4 Regular" pitchFamily="2" charset="-127"/>
                <a:ea typeface="페이퍼로지 4 Regular" pitchFamily="2" charset="-127"/>
              </a:rPr>
              <a:t>945 2114(VN) 010 4435 1336(KR)</a:t>
            </a:r>
          </a:p>
          <a:p>
            <a:endParaRPr lang="en-US" altLang="ko-KR" sz="1200" dirty="0">
              <a:solidFill>
                <a:schemeClr val="bg1"/>
              </a:solidFill>
              <a:latin typeface="페이퍼로지 4 Regular" pitchFamily="2" charset="-127"/>
              <a:ea typeface="페이퍼로지 4 Regular" pitchFamily="2" charset="-127"/>
              <a:hlinkClick r:id="rId4"/>
            </a:endParaRPr>
          </a:p>
          <a:p>
            <a:r>
              <a:rPr lang="en-US" altLang="ko-KR" sz="1200" dirty="0">
                <a:solidFill>
                  <a:schemeClr val="bg1"/>
                </a:solidFill>
                <a:latin typeface="페이퍼로지 4 Regular" pitchFamily="2" charset="-127"/>
                <a:ea typeface="페이퍼로지 4 Regular" pitchFamily="2" charset="-127"/>
              </a:rPr>
              <a:t>Banknetwork@hanmail.net</a:t>
            </a:r>
          </a:p>
          <a:p>
            <a:endParaRPr lang="en-US" altLang="ko-KR" sz="1200" dirty="0">
              <a:solidFill>
                <a:schemeClr val="bg1"/>
              </a:solidFill>
              <a:latin typeface="페이퍼로지 4 Regular" pitchFamily="2" charset="-127"/>
              <a:ea typeface="페이퍼로지 4 Regular" pitchFamily="2" charset="-127"/>
            </a:endParaRPr>
          </a:p>
          <a:p>
            <a:r>
              <a:rPr lang="en-US" altLang="ko-KR" sz="1200" dirty="0">
                <a:solidFill>
                  <a:schemeClr val="bg1"/>
                </a:solidFill>
                <a:latin typeface="페이퍼로지 4 Regular" pitchFamily="2" charset="-127"/>
                <a:ea typeface="페이퍼로지 4 Regular" pitchFamily="2" charset="-127"/>
              </a:rPr>
              <a:t>http://bestwinnervn.com/</a:t>
            </a:r>
          </a:p>
        </p:txBody>
      </p:sp>
      <p:sp>
        <p:nvSpPr>
          <p:cNvPr id="17" name="직사각형 16"/>
          <p:cNvSpPr/>
          <p:nvPr/>
        </p:nvSpPr>
        <p:spPr>
          <a:xfrm>
            <a:off x="7380920" y="6053039"/>
            <a:ext cx="318256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vi-VN" altLang="ko-KR" sz="1200" dirty="0">
                <a:solidFill>
                  <a:schemeClr val="bg1"/>
                </a:solidFill>
                <a:latin typeface="Microsoft Sans Serif" pitchFamily="34" charset="0"/>
                <a:ea typeface="Microsoft Sans Serif" pitchFamily="34" charset="0"/>
                <a:cs typeface="Microsoft Sans Serif" pitchFamily="34" charset="0"/>
              </a:rPr>
              <a:t>44 Đại Mỗ, Phường Đại Mỗ, Quận</a:t>
            </a:r>
            <a:r>
              <a:rPr lang="en-US" altLang="ko-KR" sz="1200" dirty="0">
                <a:solidFill>
                  <a:schemeClr val="bg1"/>
                </a:solidFill>
                <a:latin typeface="Microsoft Sans Serif" pitchFamily="34" charset="0"/>
                <a:ea typeface="Microsoft Sans Serif" pitchFamily="34" charset="0"/>
                <a:cs typeface="Microsoft Sans Serif" pitchFamily="34" charset="0"/>
              </a:rPr>
              <a:t> </a:t>
            </a:r>
            <a:r>
              <a:rPr lang="vi-VN" altLang="ko-KR" sz="1200" dirty="0">
                <a:solidFill>
                  <a:schemeClr val="bg1"/>
                </a:solidFill>
                <a:latin typeface="Microsoft Sans Serif" pitchFamily="34" charset="0"/>
                <a:ea typeface="Microsoft Sans Serif" pitchFamily="34" charset="0"/>
                <a:cs typeface="Microsoft Sans Serif" pitchFamily="34" charset="0"/>
              </a:rPr>
              <a:t>Nam Từ Liêm, Hà Nội</a:t>
            </a:r>
            <a:endParaRPr lang="en-US" altLang="ko-KR" sz="1200" dirty="0">
              <a:solidFill>
                <a:schemeClr val="bg1"/>
              </a:solidFill>
              <a:latin typeface="Microsoft Sans Serif" pitchFamily="34" charset="0"/>
              <a:ea typeface="Microsoft Sans Serif" pitchFamily="34" charset="0"/>
              <a:cs typeface="Microsoft Sans Serif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721355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Untact Era">
      <a:dk1>
        <a:srgbClr val="000000"/>
      </a:dk1>
      <a:lt1>
        <a:srgbClr val="FFFFFF"/>
      </a:lt1>
      <a:dk2>
        <a:srgbClr val="302F2F"/>
      </a:dk2>
      <a:lt2>
        <a:srgbClr val="F6F4E8"/>
      </a:lt2>
      <a:accent1>
        <a:srgbClr val="4566E9"/>
      </a:accent1>
      <a:accent2>
        <a:srgbClr val="2B419C"/>
      </a:accent2>
      <a:accent3>
        <a:srgbClr val="708FFF"/>
      </a:accent3>
      <a:accent4>
        <a:srgbClr val="C7DCE6"/>
      </a:accent4>
      <a:accent5>
        <a:srgbClr val="B1CCDB"/>
      </a:accent5>
      <a:accent6>
        <a:srgbClr val="424347"/>
      </a:accent6>
      <a:hlink>
        <a:srgbClr val="AC9078"/>
      </a:hlink>
      <a:folHlink>
        <a:srgbClr val="745C48"/>
      </a:folHlink>
    </a:clrScheme>
    <a:fontScheme name="Untact Era">
      <a:majorFont>
        <a:latin typeface="Bebas Neue"/>
        <a:ea typeface="맑은 고딕"/>
        <a:cs typeface=""/>
      </a:majorFont>
      <a:minorFont>
        <a:latin typeface="Calibri"/>
        <a:ea typeface="맑은 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  <a:ln>
          <a:noFill/>
        </a:ln>
      </a:spPr>
      <a:bodyPr wrap="square" rtlCol="0">
        <a:spAutoFit/>
      </a:bodyPr>
      <a:lstStyle>
        <a:defPPr algn="ctr">
          <a:defRPr kumimoji="1" sz="4400" dirty="0" smtClean="0">
            <a:solidFill>
              <a:schemeClr val="bg1"/>
            </a:solidFill>
            <a:latin typeface="Bebas Neue" panose="020B0606020202050201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896_untact_era</Template>
  <TotalTime>727</TotalTime>
  <Words>770</Words>
  <Application>Microsoft Office PowerPoint</Application>
  <PresentationFormat>와이드스크린</PresentationFormat>
  <Paragraphs>194</Paragraphs>
  <Slides>16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13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16</vt:i4>
      </vt:variant>
    </vt:vector>
  </HeadingPairs>
  <TitlesOfParts>
    <vt:vector size="30" baseType="lpstr">
      <vt:lpstr>Arial</vt:lpstr>
      <vt:lpstr>새굴림</vt:lpstr>
      <vt:lpstr>Arial Black</vt:lpstr>
      <vt:lpstr>Noto Sans</vt:lpstr>
      <vt:lpstr>Bebas Neue</vt:lpstr>
      <vt:lpstr>페이퍼로지 7 Bold</vt:lpstr>
      <vt:lpstr>Microsoft Sans Serif</vt:lpstr>
      <vt:lpstr>맑은 고딕</vt:lpstr>
      <vt:lpstr>Calibri</vt:lpstr>
      <vt:lpstr>페이퍼로지 5 Medium</vt:lpstr>
      <vt:lpstr>페이퍼로지 4 Regular</vt:lpstr>
      <vt:lpstr>Calibri Light</vt:lpstr>
      <vt:lpstr>Times New Roman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>예스폼 디자인팀</Manager>
  <Company>(주)예스폼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예스폼 파워포인트</dc:title>
  <dc:subject>파워포인트 템플릿, 파워포인트 배경, PPT 템플릿, 프리젠테이션, 다이어그램, 차트</dc:subject>
  <dc:creator>YESFORM by CM.LIM</dc:creator>
  <cp:keywords>PPT, PPT Templates, Presentation, Diagram, Chart, Yesform, Google slides, Keynote, 예스폼, 배경PPT</cp:keywords>
  <dc:description>본 문서의 저작권은 예스폼(YESFORM)에 있으며 무단 복제 배포시 법적인 제재를 받을 수 있습니다.</dc:description>
  <cp:lastModifiedBy>user</cp:lastModifiedBy>
  <cp:revision>98</cp:revision>
  <dcterms:created xsi:type="dcterms:W3CDTF">2020-11-06T01:52:18Z</dcterms:created>
  <dcterms:modified xsi:type="dcterms:W3CDTF">2025-07-09T10:29:38Z</dcterms:modified>
  <cp:category>http://powerpoint.yesform.com/</cp:category>
</cp:coreProperties>
</file>